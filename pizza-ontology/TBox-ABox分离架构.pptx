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TBox/ABox </a:t>
            </a:r>
            <a:r>
              <a:rPr lang="zh-CN" altLang="en-US"/>
              <a:t>分离架构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Openllet + Jena (TBox)：</a:t>
            </a:r>
            <a:r>
              <a:rPr lang="zh-CN" altLang="en-US"/>
              <a:t>仅加载本体结构（类、属性、公理），在内存中完成 </a:t>
            </a:r>
            <a:r>
              <a:rPr lang="en-US" altLang="zh-CN"/>
              <a:t>OWL DL </a:t>
            </a:r>
            <a:r>
              <a:rPr lang="zh-CN" altLang="en-US"/>
              <a:t>推理，生成“推理后的模式”。</a:t>
            </a:r>
            <a:endParaRPr lang="zh-CN" altLang="en-US"/>
          </a:p>
          <a:p>
            <a:r>
              <a:rPr lang="en-US" altLang="zh-CN"/>
              <a:t>Ontop (ABox)：</a:t>
            </a:r>
            <a:r>
              <a:rPr lang="zh-CN" altLang="en-US"/>
              <a:t>仅负责数据虚拟化，通过 </a:t>
            </a:r>
            <a:r>
              <a:rPr lang="en-US" altLang="zh-CN"/>
              <a:t>OBDA Mapping </a:t>
            </a:r>
            <a:r>
              <a:rPr lang="zh-CN" altLang="en-US"/>
              <a:t>将 </a:t>
            </a:r>
            <a:r>
              <a:rPr lang="en-US" altLang="zh-CN"/>
              <a:t>MySQL </a:t>
            </a:r>
            <a:r>
              <a:rPr lang="zh-CN" altLang="en-US"/>
              <a:t>数据映射为 </a:t>
            </a:r>
            <a:r>
              <a:rPr lang="en-US" altLang="zh-CN"/>
              <a:t>RDF </a:t>
            </a:r>
            <a:r>
              <a:rPr lang="zh-CN" altLang="en-US"/>
              <a:t>实例。</a:t>
            </a:r>
            <a:endParaRPr lang="zh-CN" altLang="en-US"/>
          </a:p>
          <a:p>
            <a:r>
              <a:rPr lang="en-US" altLang="zh-CN"/>
              <a:t>Jena Federated Query / Model Union：</a:t>
            </a:r>
            <a:r>
              <a:rPr lang="zh-CN" altLang="en-US"/>
              <a:t>在查询时将两者动态结合，实现“用推理过的 </a:t>
            </a:r>
            <a:r>
              <a:rPr lang="en-US" altLang="zh-CN"/>
              <a:t>TBox </a:t>
            </a:r>
            <a:r>
              <a:rPr lang="zh-CN" altLang="en-US"/>
              <a:t>去查虚拟化的 </a:t>
            </a:r>
            <a:r>
              <a:rPr lang="en-US" altLang="zh-CN"/>
              <a:t>ABox”。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鹤琳</cp:lastModifiedBy>
  <cp:revision>157</cp:revision>
  <dcterms:created xsi:type="dcterms:W3CDTF">2019-06-19T02:08:00Z</dcterms:created>
  <dcterms:modified xsi:type="dcterms:W3CDTF">2026-07-13T08:40:30Z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54334B9B606D45508BF780E585DD18D6_11</vt:lpwstr>
  </property>
</Properties>
</file>