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70" r:id="rId4"/>
  </p:sldMasterIdLst>
  <p:notesMasterIdLst>
    <p:notesMasterId r:id="rId6"/>
  </p:notesMasterIdLst>
  <p:handoutMasterIdLst>
    <p:handoutMasterId r:id="rId8"/>
  </p:handoutMasterIdLst>
  <p:sldIdLst>
    <p:sldId id="278" r:id="rId5"/>
    <p:sldId id="613" r:id="rId7"/>
  </p:sldIdLst>
  <p:sldSz cx="12195175" cy="6859270"/>
  <p:notesSz cx="6858000" cy="9144000"/>
  <p:defaultText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1394D3D6-CC5F-471B-8DDC-08E252BCCD14}">
          <p14:sldIdLst>
            <p14:sldId id="278"/>
          </p14:sldIdLst>
        </p14:section>
        <p14:section name="趋势及挑战" id="{E0BD05D7-D997-4A18-B4D1-A59AB93E2BB7}">
          <p14:sldIdLst>
            <p14:sldId id="613"/>
          </p14:sldIdLst>
        </p14:section>
      </p14:sectionLst>
    </p:ext>
    <p:ext uri="{EFAFB233-063F-42B5-8137-9DF3F51BA10A}">
      <p15:sldGuideLst xmlns:p15="http://schemas.microsoft.com/office/powerpoint/2012/main">
        <p15:guide id="1" orient="horz" pos="802" userDrawn="1">
          <p15:clr>
            <a:srgbClr val="A4A3A4"/>
          </p15:clr>
        </p15:guide>
        <p15:guide id="2" orient="horz" pos="104" userDrawn="1">
          <p15:clr>
            <a:srgbClr val="A4A3A4"/>
          </p15:clr>
        </p15:guide>
        <p15:guide id="3" orient="horz" pos="3976" userDrawn="1">
          <p15:clr>
            <a:srgbClr val="A4A3A4"/>
          </p15:clr>
        </p15:guide>
        <p15:guide id="4" orient="horz" pos="893" userDrawn="1">
          <p15:clr>
            <a:srgbClr val="A4A3A4"/>
          </p15:clr>
        </p15:guide>
        <p15:guide id="5" pos="383" userDrawn="1">
          <p15:clr>
            <a:srgbClr val="A4A3A4"/>
          </p15:clr>
        </p15:guide>
        <p15:guide id="6" pos="737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00000"/>
    <a:srgbClr val="FFFFFF"/>
    <a:srgbClr val="FFFF99"/>
    <a:srgbClr val="9ACAF1"/>
    <a:srgbClr val="990000"/>
    <a:srgbClr val="92D050"/>
    <a:srgbClr val="FFC000"/>
    <a:srgbClr val="7F7F7F"/>
    <a:srgbClr val="E9EDF4"/>
    <a:srgbClr val="FF99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71" autoAdjust="0"/>
    <p:restoredTop sz="71914" autoAdjust="0"/>
  </p:normalViewPr>
  <p:slideViewPr>
    <p:cSldViewPr snapToObjects="1" showGuides="1">
      <p:cViewPr varScale="1">
        <p:scale>
          <a:sx n="102" d="100"/>
          <a:sy n="102" d="100"/>
        </p:scale>
        <p:origin x="3008" y="184"/>
      </p:cViewPr>
      <p:guideLst>
        <p:guide orient="horz" pos="802"/>
        <p:guide orient="horz" pos="104"/>
        <p:guide orient="horz" pos="3976"/>
        <p:guide orient="horz" pos="893"/>
        <p:guide pos="383"/>
        <p:guide pos="7374"/>
      </p:guideLst>
    </p:cSldViewPr>
  </p:slideViewPr>
  <p:outlineViewPr>
    <p:cViewPr>
      <p:scale>
        <a:sx n="33" d="100"/>
        <a:sy n="33" d="100"/>
      </p:scale>
      <p:origin x="0" y="-588"/>
    </p:cViewPr>
  </p:outlineViewPr>
  <p:notesTextViewPr>
    <p:cViewPr>
      <p:scale>
        <a:sx n="100" d="100"/>
        <a:sy n="100" d="100"/>
      </p:scale>
      <p:origin x="0" y="0"/>
    </p:cViewPr>
  </p:notesTextViewPr>
  <p:sorterViewPr>
    <p:cViewPr>
      <p:scale>
        <a:sx n="100" d="100"/>
        <a:sy n="100" d="100"/>
      </p:scale>
      <p:origin x="0" y="0"/>
    </p:cViewPr>
  </p:sorterViewPr>
  <p:notesViewPr>
    <p:cSldViewPr snapToObjects="1">
      <p:cViewPr varScale="1">
        <p:scale>
          <a:sx n="89" d="100"/>
          <a:sy n="89" d="100"/>
        </p:scale>
        <p:origin x="381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handoutMaster" Target="handoutMasters/handoutMaster1.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E37AC6-CD63-43A6-A8AF-DA6897023C72}"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91B85BE-7573-414C-BEC9-C51CBD1DD4A9}"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B823AE0-7C5E-4220-98A9-0B1C42272D42}"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88A852-0174-4862-BFD2-BA07348D4026}"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整体思路</a:t>
            </a:r>
            <a:r>
              <a:rPr lang="en-US" altLang="zh-CN" dirty="0" smtClean="0"/>
              <a:t>---</a:t>
            </a:r>
            <a:endParaRPr lang="en-US" altLang="zh-CN" dirty="0" smtClean="0"/>
          </a:p>
          <a:p>
            <a:r>
              <a:rPr lang="en-US" altLang="zh-CN" dirty="0" smtClean="0"/>
              <a:t>1-7</a:t>
            </a:r>
            <a:r>
              <a:rPr lang="zh-CN" altLang="en-US" dirty="0" smtClean="0"/>
              <a:t>页</a:t>
            </a:r>
            <a:r>
              <a:rPr lang="zh-CN" altLang="en-US" baseline="0" dirty="0" smtClean="0"/>
              <a:t> 介绍企业业务上云机遇和挑战</a:t>
            </a: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smtClean="0"/>
              <a:t>8-12</a:t>
            </a:r>
            <a:r>
              <a:rPr lang="zh-CN" altLang="en-US" dirty="0" smtClean="0"/>
              <a:t>页</a:t>
            </a:r>
            <a:r>
              <a:rPr lang="zh-CN" altLang="en-US" baseline="0" dirty="0" smtClean="0"/>
              <a:t> 介绍</a:t>
            </a:r>
            <a:r>
              <a:rPr lang="en-US" altLang="zh-CN" baseline="0" dirty="0" smtClean="0"/>
              <a:t>DeC</a:t>
            </a:r>
            <a:r>
              <a:rPr lang="zh-CN" altLang="en-US" baseline="0" dirty="0" smtClean="0"/>
              <a:t>解决方案</a:t>
            </a: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defRPr/>
            </a:pPr>
            <a:r>
              <a:rPr lang="en-US" altLang="zh-CN" baseline="0" dirty="0" smtClean="0"/>
              <a:t>13-21</a:t>
            </a:r>
            <a:r>
              <a:rPr lang="zh-CN" altLang="en-US" baseline="0" dirty="0" smtClean="0"/>
              <a:t>页 竞争力介绍</a:t>
            </a: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defRPr/>
            </a:pPr>
            <a:r>
              <a:rPr lang="en-US" altLang="zh-CN" baseline="0" dirty="0" smtClean="0"/>
              <a:t>22-</a:t>
            </a:r>
            <a:r>
              <a:rPr lang="zh-CN" altLang="en-US" baseline="0" dirty="0" smtClean="0"/>
              <a:t>方案和场景</a:t>
            </a: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defRPr/>
            </a:pPr>
            <a:endParaRPr lang="en-US" altLang="zh-CN" baseline="0" dirty="0" smtClean="0"/>
          </a:p>
          <a:p>
            <a:endParaRPr lang="zh-CN" altLang="en-US" dirty="0"/>
          </a:p>
        </p:txBody>
      </p:sp>
      <p:sp>
        <p:nvSpPr>
          <p:cNvPr id="4" name="灯片编号占位符 3"/>
          <p:cNvSpPr>
            <a:spLocks noGrp="1"/>
          </p:cNvSpPr>
          <p:nvPr>
            <p:ph type="sldNum" sz="quarter" idx="10"/>
          </p:nvPr>
        </p:nvSpPr>
        <p:spPr/>
        <p:txBody>
          <a:bodyPr/>
          <a:lstStyle/>
          <a:p>
            <a:fld id="{2988A852-0174-4862-BFD2-BA07348D4026}"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7" Type="http://schemas.openxmlformats.org/officeDocument/2006/relationships/vmlDrawing" Target="../drawings/vmlDrawing1.v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emf"/><Relationship Id="rId3" Type="http://schemas.openxmlformats.org/officeDocument/2006/relationships/oleObject" Target="../embeddings/oleObject1.bin"/><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1007797" y="1806326"/>
            <a:ext cx="7490717" cy="1325620"/>
          </a:xfrm>
        </p:spPr>
        <p:txBody>
          <a:bodyPr/>
          <a:lstStyle>
            <a:lvl1pPr>
              <a:defRPr sz="4000">
                <a:solidFill>
                  <a:schemeClr val="tx1">
                    <a:lumMod val="95000"/>
                    <a:lumOff val="5000"/>
                  </a:schemeClr>
                </a:solidFill>
                <a:latin typeface="+mj-lt"/>
                <a:ea typeface="+mj-ea"/>
                <a:cs typeface="Arial" panose="020B0604020202020204" pitchFamily="34" charset="0"/>
              </a:defRPr>
            </a:lvl1pPr>
          </a:lstStyle>
          <a:p>
            <a:r>
              <a:rPr lang="en-US" altLang="zh-CN" dirty="0" smtClean="0"/>
              <a:t>Headline in Arial Regular 40 point</a:t>
            </a:r>
            <a:endParaRPr lang="zh-CN" altLang="en-US" dirty="0"/>
          </a:p>
        </p:txBody>
      </p:sp>
      <p:sp>
        <p:nvSpPr>
          <p:cNvPr id="8" name="副标题 2"/>
          <p:cNvSpPr>
            <a:spLocks noGrp="1"/>
          </p:cNvSpPr>
          <p:nvPr>
            <p:ph type="subTitle" idx="11" hasCustomPrompt="1"/>
          </p:nvPr>
        </p:nvSpPr>
        <p:spPr>
          <a:xfrm>
            <a:off x="1007796" y="3069350"/>
            <a:ext cx="4153688" cy="461665"/>
          </a:xfrm>
          <a:prstGeom prst="rect">
            <a:avLst/>
          </a:prstGeom>
        </p:spPr>
        <p:txBody>
          <a:bodyPr/>
          <a:lstStyle>
            <a:lvl1pPr marL="342900" marR="0" indent="-342900" algn="l" defTabSz="914400" rtl="0" eaLnBrk="1" fontAlgn="base" latinLnBrk="0" hangingPunct="1">
              <a:lnSpc>
                <a:spcPct val="100000"/>
              </a:lnSpc>
              <a:spcBef>
                <a:spcPct val="20000"/>
              </a:spcBef>
              <a:spcAft>
                <a:spcPct val="0"/>
              </a:spcAft>
              <a:buClr>
                <a:srgbClr val="990000"/>
              </a:buClr>
              <a:buSzTx/>
              <a:buFontTx/>
              <a:buNone/>
              <a:defRPr>
                <a:solidFill>
                  <a:schemeClr val="tx1">
                    <a:lumMod val="95000"/>
                    <a:lumOff val="5000"/>
                  </a:schemeClr>
                </a:solidFill>
                <a:latin typeface="+mj-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9435" indent="0" algn="ctr">
              <a:buNone/>
              <a:defRPr>
                <a:solidFill>
                  <a:schemeClr val="tx1">
                    <a:tint val="75000"/>
                  </a:schemeClr>
                </a:solidFill>
              </a:defRPr>
            </a:lvl5pPr>
            <a:lvl6pPr marL="2286635" indent="0" algn="ctr">
              <a:buNone/>
              <a:defRPr>
                <a:solidFill>
                  <a:schemeClr val="tx1">
                    <a:tint val="75000"/>
                  </a:schemeClr>
                </a:solidFill>
              </a:defRPr>
            </a:lvl6pPr>
            <a:lvl7pPr marL="2743835" indent="0" algn="ctr">
              <a:buNone/>
              <a:defRPr>
                <a:solidFill>
                  <a:schemeClr val="tx1">
                    <a:tint val="75000"/>
                  </a:schemeClr>
                </a:solidFill>
              </a:defRPr>
            </a:lvl7pPr>
            <a:lvl8pPr marL="3201035" indent="0" algn="ctr">
              <a:buNone/>
              <a:defRPr>
                <a:solidFill>
                  <a:schemeClr val="tx1">
                    <a:tint val="75000"/>
                  </a:schemeClr>
                </a:solidFill>
              </a:defRPr>
            </a:lvl8pPr>
            <a:lvl9pPr marL="3658235" indent="0" algn="ctr">
              <a:buNone/>
              <a:defRPr>
                <a:solidFill>
                  <a:schemeClr val="tx1">
                    <a:tint val="75000"/>
                  </a:schemeClr>
                </a:solidFill>
              </a:defRPr>
            </a:lvl9pPr>
          </a:lstStyle>
          <a:p>
            <a:pPr marL="342900" marR="0" lvl="0" indent="-342900" algn="l" defTabSz="914400" rtl="0" eaLnBrk="1" fontAlgn="base" latinLnBrk="0" hangingPunct="1">
              <a:lnSpc>
                <a:spcPct val="100000"/>
              </a:lnSpc>
              <a:spcBef>
                <a:spcPct val="20000"/>
              </a:spcBef>
              <a:spcAft>
                <a:spcPct val="0"/>
              </a:spcAft>
              <a:buClr>
                <a:srgbClr val="990000"/>
              </a:buClr>
              <a:buSzTx/>
              <a:buFontTx/>
              <a:buNone/>
              <a:defRPr/>
            </a:pPr>
            <a:r>
              <a:rPr lang="en-US" altLang="zh-CN" dirty="0" smtClean="0"/>
              <a:t>Department name</a:t>
            </a:r>
            <a:endParaRPr lang="zh-CN" altLang="en-US" dirty="0" smtClean="0"/>
          </a:p>
        </p:txBody>
      </p:sp>
    </p:spTree>
  </p:cSld>
  <p:clrMapOvr>
    <a:masterClrMapping/>
  </p:clrMapOvr>
  <p:transition advClick="0" advTm="8000">
    <p:fade thruBlk="1"/>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35268" y="1"/>
            <a:ext cx="10179584" cy="871739"/>
          </a:xfrm>
          <a:prstGeom prst="rect">
            <a:avLst/>
          </a:prstGeom>
        </p:spPr>
        <p:txBody>
          <a:bodyPr anchor="ctr">
            <a:normAutofit/>
          </a:bodyPr>
          <a:lstStyle>
            <a:lvl1pPr algn="l" defTabSz="1218565" rtl="0" fontAlgn="auto">
              <a:spcBef>
                <a:spcPct val="0"/>
              </a:spcBef>
              <a:spcAft>
                <a:spcPts val="0"/>
              </a:spcAft>
              <a:defRPr lang="zh-CN" altLang="en-US" sz="2800" b="1" kern="1200" dirty="0">
                <a:solidFill>
                  <a:schemeClr val="tx1"/>
                </a:solidFill>
                <a:latin typeface="+mj-ea"/>
                <a:ea typeface="+mj-ea"/>
                <a:cs typeface="+mn-cs"/>
              </a:defRPr>
            </a:lvl1pPr>
          </a:lstStyle>
          <a:p>
            <a:r>
              <a:rPr lang="zh-CN" altLang="en-US" dirty="0" smtClean="0"/>
              <a:t>单击此处编辑母版标题样式</a:t>
            </a:r>
            <a:endParaRPr lang="zh-CN" altLang="en-US" dirty="0"/>
          </a:p>
        </p:txBody>
      </p:sp>
    </p:spTree>
  </p:cSld>
  <p:clrMapOvr>
    <a:masterClrMapping/>
  </p:clrMapOvr>
  <p:transition advClick="0" advTm="8000">
    <p:fade thruBlk="1"/>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517588" y="165139"/>
            <a:ext cx="11160000" cy="888392"/>
          </a:xfrm>
        </p:spPr>
        <p:txBody>
          <a:bodyPr>
            <a:noAutofit/>
          </a:bodyPr>
          <a:lstStyle>
            <a:lvl1pPr marL="0" marR="0" indent="0" algn="l" defTabSz="1219200" rtl="0" eaLnBrk="1" fontAlgn="auto" latinLnBrk="0" hangingPunct="1">
              <a:lnSpc>
                <a:spcPct val="100000"/>
              </a:lnSpc>
              <a:spcBef>
                <a:spcPct val="0"/>
              </a:spcBef>
              <a:spcAft>
                <a:spcPts val="0"/>
              </a:spcAft>
              <a:buClrTx/>
              <a:buSzTx/>
              <a:buFontTx/>
              <a:buNone/>
              <a:defRPr sz="3600" b="0">
                <a:solidFill>
                  <a:schemeClr val="tx1">
                    <a:lumMod val="65000"/>
                    <a:lumOff val="35000"/>
                  </a:schemeClr>
                </a:solidFill>
              </a:defRPr>
            </a:lvl1pPr>
          </a:lstStyle>
          <a:p>
            <a:r>
              <a:rPr lang="en-US" altLang="zh-CN" dirty="0" smtClean="0"/>
              <a:t>Headline in Arial Regular 36 point</a:t>
            </a:r>
            <a:endParaRPr lang="en-US" altLang="zh-CN" dirty="0" smtClean="0"/>
          </a:p>
        </p:txBody>
      </p:sp>
      <p:sp>
        <p:nvSpPr>
          <p:cNvPr id="3" name="副标题 2"/>
          <p:cNvSpPr>
            <a:spLocks noGrp="1"/>
          </p:cNvSpPr>
          <p:nvPr>
            <p:ph type="subTitle" idx="1" hasCustomPrompt="1"/>
          </p:nvPr>
        </p:nvSpPr>
        <p:spPr>
          <a:xfrm>
            <a:off x="517588" y="1269555"/>
            <a:ext cx="11160000" cy="5032758"/>
          </a:xfrm>
        </p:spPr>
        <p:txBody>
          <a:bodyPr>
            <a:normAutofit/>
          </a:bodyPr>
          <a:lstStyle>
            <a:lvl1pPr marL="0" marR="0" indent="0" algn="l" defTabSz="1219200" rtl="0" eaLnBrk="1" fontAlgn="auto" latinLnBrk="0" hangingPunct="1">
              <a:lnSpc>
                <a:spcPct val="100000"/>
              </a:lnSpc>
              <a:spcBef>
                <a:spcPct val="20000"/>
              </a:spcBef>
              <a:spcAft>
                <a:spcPts val="0"/>
              </a:spcAft>
              <a:buClrTx/>
              <a:buSzTx/>
              <a:buFont typeface="Arial" panose="020B0604020202020204" pitchFamily="34" charset="0"/>
              <a:buNone/>
              <a:defRPr sz="2400" baseline="0">
                <a:solidFill>
                  <a:schemeClr val="tx1">
                    <a:lumMod val="65000"/>
                    <a:lumOff val="35000"/>
                  </a:schemeClr>
                </a:solidFill>
              </a:defRPr>
            </a:lvl1pPr>
            <a:lvl2pPr marL="609600" indent="0" algn="ctr">
              <a:buNone/>
              <a:defRPr>
                <a:solidFill>
                  <a:schemeClr val="tx1">
                    <a:tint val="75000"/>
                  </a:schemeClr>
                </a:solidFill>
              </a:defRPr>
            </a:lvl2pPr>
            <a:lvl3pPr marL="1219200" indent="0" algn="ctr">
              <a:buNone/>
              <a:defRPr>
                <a:solidFill>
                  <a:schemeClr val="tx1">
                    <a:tint val="75000"/>
                  </a:schemeClr>
                </a:solidFill>
              </a:defRPr>
            </a:lvl3pPr>
            <a:lvl4pPr marL="1829435" indent="0" algn="ctr">
              <a:buNone/>
              <a:defRPr>
                <a:solidFill>
                  <a:schemeClr val="tx1">
                    <a:tint val="75000"/>
                  </a:schemeClr>
                </a:solidFill>
              </a:defRPr>
            </a:lvl4pPr>
            <a:lvl5pPr marL="2439035" indent="0" algn="ctr">
              <a:buNone/>
              <a:defRPr>
                <a:solidFill>
                  <a:schemeClr val="tx1">
                    <a:tint val="75000"/>
                  </a:schemeClr>
                </a:solidFill>
              </a:defRPr>
            </a:lvl5pPr>
            <a:lvl6pPr marL="3048635" indent="0" algn="ctr">
              <a:buNone/>
              <a:defRPr>
                <a:solidFill>
                  <a:schemeClr val="tx1">
                    <a:tint val="75000"/>
                  </a:schemeClr>
                </a:solidFill>
              </a:defRPr>
            </a:lvl6pPr>
            <a:lvl7pPr marL="3658235" indent="0" algn="ctr">
              <a:buNone/>
              <a:defRPr>
                <a:solidFill>
                  <a:schemeClr val="tx1">
                    <a:tint val="75000"/>
                  </a:schemeClr>
                </a:solidFill>
              </a:defRPr>
            </a:lvl7pPr>
            <a:lvl8pPr marL="4267835" indent="0" algn="ctr">
              <a:buNone/>
              <a:defRPr>
                <a:solidFill>
                  <a:schemeClr val="tx1">
                    <a:tint val="75000"/>
                  </a:schemeClr>
                </a:solidFill>
              </a:defRPr>
            </a:lvl8pPr>
            <a:lvl9pPr marL="4878070" indent="0" algn="ctr">
              <a:buNone/>
              <a:defRPr>
                <a:solidFill>
                  <a:schemeClr val="tx1">
                    <a:tint val="75000"/>
                  </a:schemeClr>
                </a:solidFill>
              </a:defRPr>
            </a:lvl9pPr>
          </a:lstStyle>
          <a:p>
            <a:r>
              <a:rPr lang="en-US" altLang="zh-CN" dirty="0" smtClean="0"/>
              <a:t>Copy text in Arial Regular 20 - 32 point </a:t>
            </a:r>
            <a:endParaRPr lang="en-US" altLang="zh-CN" dirty="0" smtClean="0"/>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335268" y="1"/>
            <a:ext cx="10179584" cy="871739"/>
          </a:xfrm>
          <a:prstGeom prst="rect">
            <a:avLst/>
          </a:prstGeom>
        </p:spPr>
        <p:txBody>
          <a:bodyPr anchor="ctr">
            <a:normAutofit/>
          </a:bodyPr>
          <a:lstStyle>
            <a:lvl1pPr algn="l" defTabSz="1218565" rtl="0" fontAlgn="auto">
              <a:spcBef>
                <a:spcPct val="0"/>
              </a:spcBef>
              <a:spcAft>
                <a:spcPts val="0"/>
              </a:spcAft>
              <a:defRPr lang="zh-CN" altLang="en-US" sz="2800" b="1" kern="1200" dirty="0">
                <a:solidFill>
                  <a:srgbClr val="C00000"/>
                </a:solidFill>
                <a:latin typeface="+mj-ea"/>
                <a:ea typeface="+mj-ea"/>
                <a:cs typeface="+mn-cs"/>
              </a:defRPr>
            </a:lvl1pPr>
          </a:lstStyle>
          <a:p>
            <a:r>
              <a:rPr lang="zh-CN" altLang="en-US" dirty="0" smtClean="0"/>
              <a:t>单击此处编辑母版标题样式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2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2081" y="361182"/>
            <a:ext cx="10330229" cy="395818"/>
          </a:xfrm>
          <a:prstGeom prst="rect">
            <a:avLst/>
          </a:prstGeom>
          <a:noFill/>
          <a:ln>
            <a:noFill/>
          </a:ln>
          <a:effectLst/>
        </p:spPr>
        <p:txBody>
          <a:bodyPr lIns="35993" tIns="35993" rIns="35993" bIns="35993" anchor="t">
            <a:spAutoFit/>
          </a:bodyPr>
          <a:lstStyle>
            <a:lvl1pPr>
              <a:defRPr lang="zh-CN" altLang="en-US" sz="2100" b="0" kern="1200">
                <a:latin typeface="FrutigerNext LT Medium" pitchFamily="34" charset="0"/>
              </a:defRPr>
            </a:lvl1pPr>
          </a:lstStyle>
          <a:p>
            <a:pPr lvl="0"/>
            <a:r>
              <a:rPr lang="zh-CN" altLang="en-US" dirty="0" smtClean="0"/>
              <a:t>单击此处编辑母版标题样式</a:t>
            </a:r>
            <a:endParaRPr lang="zh-CN" altLang="en-US" dirty="0"/>
          </a:p>
        </p:txBody>
      </p:sp>
      <p:sp>
        <p:nvSpPr>
          <p:cNvPr id="3" name="Rectangle 10"/>
          <p:cNvSpPr>
            <a:spLocks noGrp="1" noChangeArrowheads="1"/>
          </p:cNvSpPr>
          <p:nvPr>
            <p:ph type="dt" sz="half" idx="10"/>
          </p:nvPr>
        </p:nvSpPr>
        <p:spPr>
          <a:xfrm>
            <a:off x="8483602" y="6491205"/>
            <a:ext cx="2797175" cy="455718"/>
          </a:xfrm>
          <a:prstGeom prst="rect">
            <a:avLst/>
          </a:prstGeom>
        </p:spPr>
        <p:txBody>
          <a:bodyPr/>
          <a:lstStyle>
            <a:lvl1pPr fontAlgn="auto">
              <a:spcBef>
                <a:spcPts val="0"/>
              </a:spcBef>
              <a:spcAft>
                <a:spcPts val="0"/>
              </a:spcAft>
              <a:defRPr>
                <a:latin typeface="+mn-lt"/>
                <a:ea typeface="+mn-ea"/>
              </a:defRPr>
            </a:lvl1pPr>
          </a:lstStyle>
          <a:p>
            <a:pPr defTabSz="914400">
              <a:defRPr/>
            </a:pPr>
            <a:r>
              <a:rPr lang="de-DE" altLang="zh-CN" sz="1800" smtClean="0">
                <a:solidFill>
                  <a:prstClr val="black"/>
                </a:solidFill>
              </a:rPr>
              <a:t>Page </a:t>
            </a:r>
            <a:fld id="{4D68E431-D50B-4967-A898-D249B3BA2823}" type="slidenum">
              <a:rPr lang="de-DE" altLang="zh-CN" sz="1800" smtClean="0">
                <a:solidFill>
                  <a:prstClr val="black"/>
                </a:solidFill>
              </a:rPr>
            </a:fld>
            <a:endParaRPr lang="en-GB" altLang="zh-CN" sz="1800">
              <a:solidFill>
                <a:prstClr val="black"/>
              </a:solidFill>
            </a:endParaRPr>
          </a:p>
        </p:txBody>
      </p:sp>
    </p:spTree>
  </p:cSld>
  <p:clrMapOvr>
    <a:masterClrMapping/>
  </p:clrMapOvr>
  <p:transition advClick="0"/>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4_Title Only">
    <p:spTree>
      <p:nvGrpSpPr>
        <p:cNvPr id="1" name=""/>
        <p:cNvGrpSpPr/>
        <p:nvPr/>
      </p:nvGrpSpPr>
      <p:grpSpPr>
        <a:xfrm>
          <a:off x="0" y="0"/>
          <a:ext cx="0" cy="0"/>
          <a:chOff x="0" y="0"/>
          <a:chExt cx="0" cy="0"/>
        </a:xfrm>
      </p:grpSpPr>
      <p:graphicFrame>
        <p:nvGraphicFramePr>
          <p:cNvPr id="2" name="对象 1" hidden="1"/>
          <p:cNvGraphicFramePr>
            <a:graphicFrameLocks noChangeAspect="1"/>
          </p:cNvGraphicFramePr>
          <p:nvPr userDrawn="1">
            <p:custDataLst>
              <p:tags r:id="rId2"/>
            </p:custDataLst>
          </p:nvPr>
        </p:nvGraphicFramePr>
        <p:xfrm>
          <a:off x="2117" y="2120"/>
          <a:ext cx="2117" cy="2116"/>
        </p:xfrm>
        <a:graphic>
          <a:graphicData uri="http://schemas.openxmlformats.org/presentationml/2006/ole">
            <mc:AlternateContent xmlns:mc="http://schemas.openxmlformats.org/markup-compatibility/2006">
              <mc:Choice xmlns:v="urn:schemas-microsoft-com:vml" Requires="v">
                <p:oleObj spid="_x0000_s1391" name="think-cell Slide" r:id="rId3" imgW="12700" imgH="12700" progId="">
                  <p:embed/>
                </p:oleObj>
              </mc:Choice>
              <mc:Fallback>
                <p:oleObj name="think-cell Slide" r:id="rId3" imgW="12700" imgH="12700" progId="">
                  <p:embed/>
                  <p:pic>
                    <p:nvPicPr>
                      <p:cNvPr id="0" name="Picture 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7" y="2120"/>
                        <a:ext cx="2117" cy="21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 name="图片 10"/>
          <p:cNvPicPr>
            <a:picLocks noChangeAspect="1"/>
          </p:cNvPicPr>
          <p:nvPr userDrawn="1"/>
        </p:nvPicPr>
        <p:blipFill rotWithShape="1">
          <a:blip r:embed="rId5" cstate="email">
            <a:extLst>
              <a:ext uri="{28A0092B-C50C-407E-A947-70E740481C1C}">
                <a14:useLocalDpi xmlns:a14="http://schemas.microsoft.com/office/drawing/2010/main" val="0"/>
              </a:ext>
            </a:extLst>
          </a:blip>
          <a:srcRect/>
          <a:stretch>
            <a:fillRect/>
          </a:stretch>
        </p:blipFill>
        <p:spPr>
          <a:xfrm>
            <a:off x="11172350" y="6509886"/>
            <a:ext cx="398835" cy="316275"/>
          </a:xfrm>
          <a:prstGeom prst="rect">
            <a:avLst/>
          </a:prstGeom>
        </p:spPr>
      </p:pic>
      <p:cxnSp>
        <p:nvCxnSpPr>
          <p:cNvPr id="8" name="直接连接符 7"/>
          <p:cNvCxnSpPr/>
          <p:nvPr userDrawn="1"/>
        </p:nvCxnSpPr>
        <p:spPr>
          <a:xfrm>
            <a:off x="0" y="6491408"/>
            <a:ext cx="12195175" cy="0"/>
          </a:xfrm>
          <a:prstGeom prst="line">
            <a:avLst/>
          </a:prstGeom>
          <a:ln w="9525">
            <a:solidFill>
              <a:srgbClr val="DEDEDE"/>
            </a:solidFill>
          </a:ln>
        </p:spPr>
        <p:style>
          <a:lnRef idx="1">
            <a:schemeClr val="accent1"/>
          </a:lnRef>
          <a:fillRef idx="0">
            <a:schemeClr val="accent1"/>
          </a:fillRef>
          <a:effectRef idx="0">
            <a:schemeClr val="accent1"/>
          </a:effectRef>
          <a:fontRef idx="minor">
            <a:schemeClr val="tx1"/>
          </a:fontRef>
        </p:style>
      </p:cxnSp>
      <p:pic>
        <p:nvPicPr>
          <p:cNvPr id="9" name="Picture 2"/>
          <p:cNvPicPr>
            <a:picLocks noChangeAspect="1" noChangeArrowheads="1"/>
          </p:cNvPicPr>
          <p:nvPr userDrawn="1"/>
        </p:nvPicPr>
        <p:blipFill rotWithShape="1">
          <a:blip r:embed="rId6" cstate="email">
            <a:extLst>
              <a:ext uri="{28A0092B-C50C-407E-A947-70E740481C1C}">
                <a14:useLocalDpi xmlns:a14="http://schemas.microsoft.com/office/drawing/2010/main" val="0"/>
              </a:ext>
            </a:extLst>
          </a:blip>
          <a:srcRect l="2832" t="12923" r="3105" b="23642"/>
          <a:stretch>
            <a:fillRect/>
          </a:stretch>
        </p:blipFill>
        <p:spPr bwMode="auto">
          <a:xfrm>
            <a:off x="4557866" y="6517932"/>
            <a:ext cx="2537486" cy="317574"/>
          </a:xfrm>
          <a:prstGeom prst="rect">
            <a:avLst/>
          </a:prstGeom>
          <a:noFill/>
          <a:ln>
            <a:noFill/>
          </a:ln>
          <a:effectLst/>
        </p:spPr>
      </p:pic>
      <p:sp>
        <p:nvSpPr>
          <p:cNvPr id="6" name="标题 1"/>
          <p:cNvSpPr txBox="1"/>
          <p:nvPr userDrawn="1"/>
        </p:nvSpPr>
        <p:spPr>
          <a:xfrm>
            <a:off x="621482" y="194221"/>
            <a:ext cx="10246904" cy="726442"/>
          </a:xfrm>
          <a:prstGeom prst="rect">
            <a:avLst/>
          </a:prstGeom>
        </p:spPr>
        <p:txBody>
          <a:bodyPr lIns="121934" tIns="60966" rIns="121934" bIns="60966" anchor="ctr">
            <a:noAutofit/>
          </a:bodyPr>
          <a:lstStyle>
            <a:lvl1pPr marL="0" marR="0" indent="0" algn="l" defTabSz="950595" rtl="0" eaLnBrk="1" fontAlgn="auto" latinLnBrk="0" hangingPunct="1">
              <a:lnSpc>
                <a:spcPct val="100000"/>
              </a:lnSpc>
              <a:spcBef>
                <a:spcPct val="0"/>
              </a:spcBef>
              <a:spcAft>
                <a:spcPts val="0"/>
              </a:spcAft>
              <a:buClrTx/>
              <a:buSzTx/>
              <a:buFontTx/>
              <a:buNone/>
              <a:defRPr sz="3700" b="1" kern="1200">
                <a:solidFill>
                  <a:schemeClr val="bg1"/>
                </a:solidFill>
                <a:latin typeface="+mj-lt"/>
                <a:ea typeface="微软雅黑" panose="020B0503020204020204" pitchFamily="34" charset="-122"/>
                <a:cs typeface="+mj-cs"/>
              </a:defRPr>
            </a:lvl1pPr>
          </a:lstStyle>
          <a:p>
            <a:endParaRPr lang="en-US" altLang="zh-CN" sz="3200" dirty="0" smtClean="0">
              <a:solidFill>
                <a:srgbClr val="D4000A"/>
              </a:solidFill>
              <a:latin typeface="微软雅黑" panose="020B0503020204020204" pitchFamily="34" charset="-122"/>
              <a:cs typeface="Arial" panose="020B0604020202020204"/>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007796" y="449387"/>
            <a:ext cx="10179584" cy="871739"/>
          </a:xfrm>
          <a:prstGeom prst="rect">
            <a:avLst/>
          </a:prstGeom>
        </p:spPr>
        <p:txBody>
          <a:bodyPr/>
          <a:lstStyle/>
          <a:p>
            <a:r>
              <a:rPr lang="en-US" smtClean="0"/>
              <a:t>Click to edit Master title style</a:t>
            </a:r>
            <a:endParaRPr lang="en-US"/>
          </a:p>
        </p:txBody>
      </p:sp>
      <p:sp>
        <p:nvSpPr>
          <p:cNvPr id="4" name="Content Placeholder 3"/>
          <p:cNvSpPr>
            <a:spLocks noGrp="1"/>
          </p:cNvSpPr>
          <p:nvPr>
            <p:ph sz="quarter" idx="10"/>
          </p:nvPr>
        </p:nvSpPr>
        <p:spPr>
          <a:xfrm>
            <a:off x="1019050" y="1628761"/>
            <a:ext cx="10157076" cy="4585806"/>
          </a:xfrm>
          <a:prstGeom prst="rect">
            <a:avLst/>
          </a:prstGeom>
        </p:spPr>
        <p:txBody>
          <a:bodyPr/>
          <a:lstStyle>
            <a:lvl1pPr>
              <a:defRPr sz="3200"/>
            </a:lvl1pPr>
            <a:lvl2pPr>
              <a:defRPr sz="2665"/>
            </a:lvl2pPr>
          </a:lstStyle>
          <a:p>
            <a:pPr lvl="0"/>
            <a:r>
              <a:rPr lang="en-US" dirty="0" smtClean="0"/>
              <a:t>Click to edit Master text styles</a:t>
            </a:r>
            <a:endParaRPr lang="en-US" dirty="0" smtClean="0"/>
          </a:p>
          <a:p>
            <a:pPr lvl="1"/>
            <a:r>
              <a:rPr lang="en-US" dirty="0" smtClean="0"/>
              <a:t>Second level</a:t>
            </a:r>
            <a:endParaRPr lang="en-US" dirty="0" smtClean="0"/>
          </a:p>
          <a:p>
            <a:pPr lvl="2"/>
            <a:r>
              <a:rPr lang="en-US" dirty="0" smtClean="0"/>
              <a:t>Third level</a:t>
            </a:r>
            <a:endParaRPr lang="en-US" dirty="0" smtClean="0"/>
          </a:p>
          <a:p>
            <a:pPr lvl="3"/>
            <a:r>
              <a:rPr lang="en-US" dirty="0" smtClean="0"/>
              <a:t>Fourth level</a:t>
            </a:r>
            <a:endParaRPr lang="en-US" dirty="0" smtClean="0"/>
          </a:p>
          <a:p>
            <a:pPr lvl="4"/>
            <a:r>
              <a:rPr lang="en-US" dirty="0" smtClean="0"/>
              <a:t>Fifth level</a:t>
            </a:r>
            <a:endParaRPr lang="en-US" dirty="0"/>
          </a:p>
        </p:txBody>
      </p:sp>
    </p:spTree>
  </p:cSld>
  <p:clrMapOvr>
    <a:masterClrMapping/>
  </p:clrMapOvr>
  <p:transition advClick="0" advTm="8000">
    <p:fade thruBlk="1"/>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8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436915" y="86420"/>
            <a:ext cx="11311745" cy="873802"/>
          </a:xfrm>
          <a:prstGeom prst="rect">
            <a:avLst/>
          </a:prstGeom>
        </p:spPr>
        <p:txBody>
          <a:bodyPr lIns="91434" tIns="45717" rIns="91434" bIns="45717"/>
          <a:lstStyle>
            <a:lvl1pPr>
              <a:defRPr b="0">
                <a:latin typeface="微软雅黑" panose="020B0503020204020204" pitchFamily="34" charset="-122"/>
                <a:ea typeface="微软雅黑" panose="020B0503020204020204" pitchFamily="34" charset="-122"/>
              </a:defRPr>
            </a:lvl1pPr>
          </a:lstStyle>
          <a:p>
            <a:r>
              <a:rPr lang="en-US" dirty="0" smtClean="0"/>
              <a:t>Click to edit Master title style</a:t>
            </a:r>
            <a:endParaRPr lang="en-US" dirty="0"/>
          </a:p>
        </p:txBody>
      </p:sp>
    </p:spTree>
  </p:cSld>
  <p:clrMapOvr>
    <a:masterClrMapping/>
  </p:clrMapOvr>
  <p:transition advClick="0" advTm="8000">
    <p:fade thruBlk="1"/>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9" name="标题 1"/>
          <p:cNvSpPr>
            <a:spLocks noGrp="1"/>
          </p:cNvSpPr>
          <p:nvPr>
            <p:ph type="title"/>
          </p:nvPr>
        </p:nvSpPr>
        <p:spPr>
          <a:xfrm>
            <a:off x="335453" y="71461"/>
            <a:ext cx="11524279" cy="636898"/>
          </a:xfrm>
          <a:prstGeom prst="rect">
            <a:avLst/>
          </a:prstGeom>
        </p:spPr>
        <p:txBody>
          <a:bodyPr lIns="68557" tIns="34279" rIns="68557" bIns="34279" anchor="ctr"/>
          <a:lstStyle>
            <a:lvl1pPr>
              <a:defRPr sz="3200" b="1">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a:p>
        </p:txBody>
      </p:sp>
      <p:sp>
        <p:nvSpPr>
          <p:cNvPr id="10" name="内容占位符 2"/>
          <p:cNvSpPr>
            <a:spLocks noGrp="1"/>
          </p:cNvSpPr>
          <p:nvPr>
            <p:ph idx="1"/>
          </p:nvPr>
        </p:nvSpPr>
        <p:spPr>
          <a:xfrm>
            <a:off x="335450" y="836907"/>
            <a:ext cx="11524280" cy="5569908"/>
          </a:xfrm>
          <a:prstGeom prst="rect">
            <a:avLst/>
          </a:prstGeom>
        </p:spPr>
        <p:txBody>
          <a:bodyPr lIns="68557" tIns="34279" rIns="68557" bIns="34279"/>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mc:AlternateContent xmlns:mc="http://schemas.openxmlformats.org/markup-compatibility/2006">
    <mc:Choice xmlns:p14="http://schemas.microsoft.com/office/powerpoint/2010/main" Requires="p14">
      <p:transition p14:dur="10" advClick="0" advTm="8000"/>
    </mc:Choice>
    <mc:Fallback>
      <p:transition advClick="0" advTm="8000"/>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1007796" y="164676"/>
            <a:ext cx="10179584" cy="871739"/>
          </a:xfrm>
          <a:prstGeom prst="rect">
            <a:avLst/>
          </a:prstGeom>
        </p:spPr>
        <p:txBody>
          <a:bodyPr lIns="91391" tIns="45697" rIns="91391" bIns="45697"/>
          <a:lstStyle>
            <a:lvl1pPr>
              <a:defRPr sz="3200">
                <a:latin typeface="微软雅黑" panose="020B0503020204020204" pitchFamily="34" charset="-122"/>
                <a:ea typeface="微软雅黑" panose="020B0503020204020204" pitchFamily="34" charset="-122"/>
              </a:defRPr>
            </a:lvl1pPr>
          </a:lstStyle>
          <a:p>
            <a:r>
              <a:rPr lang="en-US" dirty="0" smtClean="0"/>
              <a:t>Click to edit Master title style</a:t>
            </a:r>
            <a:endParaRPr lang="en-US" dirty="0"/>
          </a:p>
        </p:txBody>
      </p:sp>
    </p:spTree>
  </p:cSld>
  <p:clrMapOvr>
    <a:masterClrMapping/>
  </p:clrMapOvr>
  <p:transition>
    <p:fade thruBlk="1"/>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0" y="19915"/>
            <a:ext cx="10179584" cy="871739"/>
          </a:xfrm>
          <a:prstGeom prst="rect">
            <a:avLst/>
          </a:prstGeom>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1007796" y="1629160"/>
            <a:ext cx="10179584" cy="4195146"/>
          </a:xfrm>
          <a:prstGeom prst="rect">
            <a:avLst/>
          </a:prstGeo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Tree>
  </p:cSld>
  <p:clrMapOvr>
    <a:masterClrMapping/>
  </p:clrMapOvr>
  <p:transition advClick="0" advTm="800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5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7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1_节标题">
    <p:spTree>
      <p:nvGrpSpPr>
        <p:cNvPr id="1" name=""/>
        <p:cNvGrpSpPr/>
        <p:nvPr/>
      </p:nvGrpSpPr>
      <p:grpSpPr>
        <a:xfrm>
          <a:off x="0" y="0"/>
          <a:ext cx="0" cy="0"/>
          <a:chOff x="0" y="0"/>
          <a:chExt cx="0" cy="0"/>
        </a:xfrm>
      </p:grpSpPr>
      <p:sp>
        <p:nvSpPr>
          <p:cNvPr id="2" name="标题 1"/>
          <p:cNvSpPr>
            <a:spLocks noGrp="1"/>
          </p:cNvSpPr>
          <p:nvPr>
            <p:ph type="title"/>
          </p:nvPr>
        </p:nvSpPr>
        <p:spPr>
          <a:xfrm>
            <a:off x="581181" y="240513"/>
            <a:ext cx="10910738" cy="1080250"/>
          </a:xfrm>
          <a:prstGeom prst="rect">
            <a:avLst/>
          </a:prstGeom>
          <a:noFill/>
          <a:ln w="9525" algn="ctr">
            <a:noFill/>
            <a:miter lim="800000"/>
          </a:ln>
          <a:effectLst/>
        </p:spPr>
        <p:txBody>
          <a:bodyPr vert="horz" wrap="square" lIns="68552" tIns="34276" rIns="68552" bIns="34276" numCol="1" anchor="ctr" anchorCtr="0" compatLnSpc="1"/>
          <a:lstStyle>
            <a:lvl1pPr marL="0" indent="0">
              <a:buFont typeface="Arial" panose="020B0604020202020204" pitchFamily="34" charset="0"/>
              <a:buNone/>
              <a:defRPr lang="zh-CN" altLang="en-US" dirty="0">
                <a:latin typeface="+mj-lt"/>
                <a:ea typeface="黑体" panose="02010609060101010101" pitchFamily="49" charset="-122"/>
              </a:defRPr>
            </a:lvl1pPr>
          </a:lstStyle>
          <a:p>
            <a:pPr lvl="0"/>
            <a:r>
              <a:rPr lang="zh-CN" altLang="en-US" smtClean="0"/>
              <a:t>单击此处编辑母版标题样式</a:t>
            </a:r>
            <a:endParaRPr lang="zh-CN" altLang="en-US" dirty="0"/>
          </a:p>
        </p:txBody>
      </p:sp>
    </p:spTree>
  </p:cSld>
  <p:clrMapOvr>
    <a:masterClrMapping/>
  </p:clrMapOvr>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79501" y="332734"/>
            <a:ext cx="10518338" cy="471696"/>
          </a:xfrm>
          <a:prstGeom prst="rect">
            <a:avLst/>
          </a:prstGeom>
        </p:spPr>
        <p:txBody>
          <a:bodyPr/>
          <a:lstStyle>
            <a:lvl1pPr>
              <a:defRPr sz="2800">
                <a:solidFill>
                  <a:schemeClr val="tx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Tree>
  </p:cSld>
  <p:clrMapOvr>
    <a:masterClrMapping/>
  </p:clrMapOvr>
  <p:transition advClick="0" advTm="8000">
    <p:fade thruBlk="1"/>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两栏内容">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29"/>
            <a:ext cx="12195175" cy="6858731"/>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4" name="标题 1"/>
          <p:cNvSpPr>
            <a:spLocks noGrp="1"/>
          </p:cNvSpPr>
          <p:nvPr>
            <p:ph type="ctrTitle" hasCustomPrompt="1"/>
          </p:nvPr>
        </p:nvSpPr>
        <p:spPr>
          <a:xfrm>
            <a:off x="913014" y="1154757"/>
            <a:ext cx="9993315" cy="779055"/>
          </a:xfrm>
        </p:spPr>
        <p:txBody>
          <a:bodyPr>
            <a:normAutofit/>
          </a:bodyPr>
          <a:lstStyle>
            <a:lvl1pPr marL="0" marR="0" indent="0" algn="l" defTabSz="1330960" rtl="0" eaLnBrk="1" fontAlgn="auto" latinLnBrk="0" hangingPunct="1">
              <a:lnSpc>
                <a:spcPct val="100000"/>
              </a:lnSpc>
              <a:spcBef>
                <a:spcPct val="0"/>
              </a:spcBef>
              <a:spcAft>
                <a:spcPts val="0"/>
              </a:spcAft>
              <a:buClrTx/>
              <a:buSzTx/>
              <a:buFontTx/>
              <a:buNone/>
              <a:defRPr sz="3900" b="0" baseline="0">
                <a:solidFill>
                  <a:schemeClr val="bg1"/>
                </a:solidFill>
                <a:latin typeface="+mj-lt"/>
              </a:defRPr>
            </a:lvl1pPr>
          </a:lstStyle>
          <a:p>
            <a:r>
              <a:rPr lang="en-US" altLang="zh-CN" dirty="0" smtClean="0"/>
              <a:t>Slide Title</a:t>
            </a:r>
            <a:endParaRPr lang="en-US" altLang="zh-CN" dirty="0" smtClean="0"/>
          </a:p>
        </p:txBody>
      </p:sp>
      <p:sp>
        <p:nvSpPr>
          <p:cNvPr id="5" name="副标题 2"/>
          <p:cNvSpPr>
            <a:spLocks noGrp="1"/>
          </p:cNvSpPr>
          <p:nvPr>
            <p:ph type="subTitle" idx="1" hasCustomPrompt="1"/>
          </p:nvPr>
        </p:nvSpPr>
        <p:spPr>
          <a:xfrm>
            <a:off x="913014" y="2133651"/>
            <a:ext cx="9993315" cy="4097592"/>
          </a:xfrm>
        </p:spPr>
        <p:txBody>
          <a:bodyPr>
            <a:normAutofit/>
          </a:bodyPr>
          <a:lstStyle>
            <a:lvl1pPr marL="0" marR="0" indent="0" algn="l" defTabSz="1330960" rtl="0" eaLnBrk="1" fontAlgn="auto" latinLnBrk="0" hangingPunct="1">
              <a:lnSpc>
                <a:spcPct val="100000"/>
              </a:lnSpc>
              <a:spcBef>
                <a:spcPct val="20000"/>
              </a:spcBef>
              <a:spcAft>
                <a:spcPts val="0"/>
              </a:spcAft>
              <a:buClrTx/>
              <a:buSzTx/>
              <a:buFont typeface="Arial" panose="020B0604020202020204" pitchFamily="34" charset="0"/>
              <a:buNone/>
              <a:defRPr sz="2600" baseline="0">
                <a:solidFill>
                  <a:schemeClr val="bg1"/>
                </a:solidFill>
                <a:latin typeface="+mn-lt"/>
              </a:defRPr>
            </a:lvl1pPr>
            <a:lvl2pPr marL="665480" indent="0" algn="ctr">
              <a:buNone/>
              <a:defRPr>
                <a:solidFill>
                  <a:schemeClr val="tx1">
                    <a:tint val="75000"/>
                  </a:schemeClr>
                </a:solidFill>
              </a:defRPr>
            </a:lvl2pPr>
            <a:lvl3pPr marL="1330960" indent="0" algn="ctr">
              <a:buNone/>
              <a:defRPr>
                <a:solidFill>
                  <a:schemeClr val="tx1">
                    <a:tint val="75000"/>
                  </a:schemeClr>
                </a:solidFill>
              </a:defRPr>
            </a:lvl3pPr>
            <a:lvl4pPr marL="1995805" indent="0" algn="ctr">
              <a:buNone/>
              <a:defRPr>
                <a:solidFill>
                  <a:schemeClr val="tx1">
                    <a:tint val="75000"/>
                  </a:schemeClr>
                </a:solidFill>
              </a:defRPr>
            </a:lvl4pPr>
            <a:lvl5pPr marL="2661285" indent="0" algn="ctr">
              <a:buNone/>
              <a:defRPr>
                <a:solidFill>
                  <a:schemeClr val="tx1">
                    <a:tint val="75000"/>
                  </a:schemeClr>
                </a:solidFill>
              </a:defRPr>
            </a:lvl5pPr>
            <a:lvl6pPr marL="3326765" indent="0" algn="ctr">
              <a:buNone/>
              <a:defRPr>
                <a:solidFill>
                  <a:schemeClr val="tx1">
                    <a:tint val="75000"/>
                  </a:schemeClr>
                </a:solidFill>
              </a:defRPr>
            </a:lvl6pPr>
            <a:lvl7pPr marL="3992245" indent="0" algn="ctr">
              <a:buNone/>
              <a:defRPr>
                <a:solidFill>
                  <a:schemeClr val="tx1">
                    <a:tint val="75000"/>
                  </a:schemeClr>
                </a:solidFill>
              </a:defRPr>
            </a:lvl7pPr>
            <a:lvl8pPr marL="4657725" indent="0" algn="ctr">
              <a:buNone/>
              <a:defRPr>
                <a:solidFill>
                  <a:schemeClr val="tx1">
                    <a:tint val="75000"/>
                  </a:schemeClr>
                </a:solidFill>
              </a:defRPr>
            </a:lvl8pPr>
            <a:lvl9pPr marL="5322570" indent="0" algn="ctr">
              <a:buNone/>
              <a:defRPr>
                <a:solidFill>
                  <a:schemeClr val="tx1">
                    <a:tint val="75000"/>
                  </a:schemeClr>
                </a:solidFill>
              </a:defRPr>
            </a:lvl9pPr>
          </a:lstStyle>
          <a:p>
            <a:r>
              <a:rPr lang="en-US" altLang="zh-CN" dirty="0" smtClean="0"/>
              <a:t>Headline in Arial Regular 24 - 32 point</a:t>
            </a:r>
            <a:endParaRPr lang="en-US" altLang="zh-CN" dirty="0" smtClean="0"/>
          </a:p>
        </p:txBody>
      </p:sp>
    </p:spTree>
  </p:cSld>
  <p:clrMapOvr>
    <a:masterClrMapping/>
  </p:clrMapOvr>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4" Type="http://schemas.openxmlformats.org/officeDocument/2006/relationships/theme" Target="../theme/theme1.xml"/><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1.xml"/><Relationship Id="rId8" Type="http://schemas.openxmlformats.org/officeDocument/2006/relationships/slideLayout" Target="../slideLayouts/slideLayout10.xml"/><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0" Type="http://schemas.openxmlformats.org/officeDocument/2006/relationships/theme" Target="../theme/theme2.xml"/><Relationship Id="rId2" Type="http://schemas.openxmlformats.org/officeDocument/2006/relationships/slideLayout" Target="../slideLayouts/slideLayout4.xml"/><Relationship Id="rId19" Type="http://schemas.openxmlformats.org/officeDocument/2006/relationships/image" Target="../media/image6.jpeg"/><Relationship Id="rId18" Type="http://schemas.openxmlformats.org/officeDocument/2006/relationships/slideLayout" Target="../slideLayouts/slideLayout20.xml"/><Relationship Id="rId17" Type="http://schemas.openxmlformats.org/officeDocument/2006/relationships/slideLayout" Target="../slideLayouts/slideLayout19.xml"/><Relationship Id="rId16" Type="http://schemas.openxmlformats.org/officeDocument/2006/relationships/slideLayout" Target="../slideLayouts/slideLayout18.xml"/><Relationship Id="rId15" Type="http://schemas.openxmlformats.org/officeDocument/2006/relationships/slideLayout" Target="../slideLayouts/slideLayout17.xml"/><Relationship Id="rId14" Type="http://schemas.openxmlformats.org/officeDocument/2006/relationships/slideLayout" Target="../slideLayouts/slideLayout16.xml"/><Relationship Id="rId13" Type="http://schemas.openxmlformats.org/officeDocument/2006/relationships/slideLayout" Target="../slideLayouts/slideLayout15.xml"/><Relationship Id="rId12" Type="http://schemas.openxmlformats.org/officeDocument/2006/relationships/slideLayout" Target="../slideLayouts/slideLayout14.xml"/><Relationship Id="rId11" Type="http://schemas.openxmlformats.org/officeDocument/2006/relationships/slideLayout" Target="../slideLayouts/slideLayout13.xml"/><Relationship Id="rId10" Type="http://schemas.openxmlformats.org/officeDocument/2006/relationships/slideLayout" Target="../slideLayouts/slideLayout12.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image" Target="../media/image7.jpeg"/><Relationship Id="rId1"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pic>
        <p:nvPicPr>
          <p:cNvPr id="2" name="图片 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587" y="794"/>
            <a:ext cx="12192000" cy="6858000"/>
          </a:xfrm>
          <a:prstGeom prst="rect">
            <a:avLst/>
          </a:prstGeom>
        </p:spPr>
      </p:pic>
      <p:sp>
        <p:nvSpPr>
          <p:cNvPr id="1031" name="Rectangle 2"/>
          <p:cNvSpPr>
            <a:spLocks noGrp="1" noChangeArrowheads="1"/>
          </p:cNvSpPr>
          <p:nvPr>
            <p:ph type="title"/>
          </p:nvPr>
        </p:nvSpPr>
        <p:spPr bwMode="auto">
          <a:xfrm>
            <a:off x="1007797" y="1805533"/>
            <a:ext cx="7250029" cy="13256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6800" rIns="91440" bIns="46800" numCol="1" anchor="ctr" anchorCtr="0" compatLnSpc="1">
            <a:spAutoFit/>
          </a:bodyPr>
          <a:lstStyle/>
          <a:p>
            <a:pPr lvl="0"/>
            <a:r>
              <a:rPr lang="en-US" altLang="zh-CN" dirty="0" smtClean="0"/>
              <a:t>Headline in Arial Regular 40 point</a:t>
            </a:r>
            <a:endParaRPr lang="zh-CN" altLang="en-US" dirty="0" smtClean="0"/>
          </a:p>
        </p:txBody>
      </p:sp>
      <p:sp>
        <p:nvSpPr>
          <p:cNvPr id="1032" name="Rectangle 3"/>
          <p:cNvSpPr>
            <a:spLocks noGrp="1" noChangeArrowheads="1"/>
          </p:cNvSpPr>
          <p:nvPr>
            <p:ph type="body" idx="1"/>
          </p:nvPr>
        </p:nvSpPr>
        <p:spPr bwMode="auto">
          <a:xfrm>
            <a:off x="1007796" y="3069348"/>
            <a:ext cx="4585735"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45720" rIns="91440" bIns="45720" numCol="1" anchor="t" anchorCtr="0" compatLnSpc="1">
            <a:spAutoFit/>
          </a:bodyPr>
          <a:lstStyle/>
          <a:p>
            <a:pPr marL="342900" marR="0" lvl="0" indent="-342900" algn="l" defTabSz="914400" rtl="0" eaLnBrk="1" fontAlgn="base" latinLnBrk="0" hangingPunct="1">
              <a:lnSpc>
                <a:spcPct val="100000"/>
              </a:lnSpc>
              <a:spcBef>
                <a:spcPct val="20000"/>
              </a:spcBef>
              <a:spcAft>
                <a:spcPct val="0"/>
              </a:spcAft>
              <a:buClr>
                <a:srgbClr val="990000"/>
              </a:buClr>
              <a:buSzTx/>
              <a:buFontTx/>
              <a:buNone/>
              <a:defRPr/>
            </a:pPr>
            <a:r>
              <a:rPr lang="en-US" altLang="zh-CN" dirty="0" smtClean="0"/>
              <a:t>Department name</a:t>
            </a:r>
            <a:endParaRPr lang="zh-CN" altLang="en-US" dirty="0" smtClean="0"/>
          </a:p>
        </p:txBody>
      </p:sp>
      <p:sp>
        <p:nvSpPr>
          <p:cNvPr id="6" name="Rectangle 13"/>
          <p:cNvSpPr>
            <a:spLocks noChangeArrowheads="1"/>
          </p:cNvSpPr>
          <p:nvPr userDrawn="1"/>
        </p:nvSpPr>
        <p:spPr bwMode="auto">
          <a:xfrm>
            <a:off x="10322246" y="429698"/>
            <a:ext cx="1368152"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0" tIns="0" rIns="0" bIns="0">
            <a:spAutoFit/>
          </a:bodyPr>
          <a:lstStyle/>
          <a:p>
            <a:pPr defTabSz="784225" eaLnBrk="0" hangingPunct="0"/>
            <a:r>
              <a:rPr lang="en-US" altLang="zh-CN" sz="1000" b="1" dirty="0">
                <a:solidFill>
                  <a:srgbClr val="666666"/>
                </a:solidFill>
                <a:latin typeface="Arial" panose="020B0604020202020204" pitchFamily="34" charset="0"/>
                <a:ea typeface="MS PGothic" panose="020B0600070205080204" pitchFamily="34" charset="-128"/>
                <a:cs typeface="Arial" panose="020B0604020202020204" pitchFamily="34" charset="0"/>
              </a:rPr>
              <a:t>Security Level: </a:t>
            </a:r>
            <a:endParaRPr lang="en-US" altLang="zh-CN" sz="1000" b="1" dirty="0">
              <a:solidFill>
                <a:srgbClr val="666666"/>
              </a:solidFill>
              <a:latin typeface="Arial" panose="020B0604020202020204" pitchFamily="34" charset="0"/>
              <a:ea typeface="MS PGothic" panose="020B0600070205080204" pitchFamily="34" charset="-128"/>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advClick="0" advTm="8000">
    <p:fade thruBlk="1"/>
  </p:transition>
  <p:timing>
    <p:tnLst>
      <p:par>
        <p:cTn id="1" dur="indefinite" restart="never" nodeType="tmRoot"/>
      </p:par>
    </p:tnLst>
  </p:timing>
  <p:txStyles>
    <p:titleStyle>
      <a:lvl1pPr algn="l" rtl="0" eaLnBrk="1" fontAlgn="base" hangingPunct="1">
        <a:spcBef>
          <a:spcPct val="0"/>
        </a:spcBef>
        <a:spcAft>
          <a:spcPct val="0"/>
        </a:spcAft>
        <a:defRPr lang="zh-CN" altLang="en-US" sz="4000" b="0" dirty="0">
          <a:solidFill>
            <a:schemeClr val="tx1">
              <a:lumMod val="95000"/>
              <a:lumOff val="5000"/>
            </a:schemeClr>
          </a:solidFill>
          <a:latin typeface="+mj-lt"/>
          <a:ea typeface="Arial Unicode MS" panose="020B0604020202020204" pitchFamily="34" charset="-122"/>
          <a:cs typeface="Arial" panose="020B0604020202020204" pitchFamily="34" charset="0"/>
        </a:defRPr>
      </a:lvl1pPr>
      <a:lvl2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2pPr>
      <a:lvl3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3pPr>
      <a:lvl4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4pPr>
      <a:lvl5pPr algn="l" rtl="0" eaLnBrk="1" fontAlgn="base" hangingPunct="1">
        <a:spcBef>
          <a:spcPct val="0"/>
        </a:spcBef>
        <a:spcAft>
          <a:spcPct val="0"/>
        </a:spcAft>
        <a:defRPr sz="3200" b="1">
          <a:solidFill>
            <a:schemeClr val="bg1"/>
          </a:solidFill>
          <a:latin typeface="黑体" panose="02010609060101010101" pitchFamily="49" charset="-122"/>
          <a:ea typeface="黑体" panose="02010609060101010101" pitchFamily="49" charset="-122"/>
          <a:cs typeface="宋体" panose="02010600030101010101" pitchFamily="2" charset="-122"/>
        </a:defRPr>
      </a:lvl5pPr>
      <a:lvl6pPr marL="457200"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6pPr>
      <a:lvl7pPr marL="914400"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7pPr>
      <a:lvl8pPr marL="1371600"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8pPr>
      <a:lvl9pPr marL="1829435" algn="l" rtl="0" eaLnBrk="1" fontAlgn="base" hangingPunct="1">
        <a:spcBef>
          <a:spcPct val="0"/>
        </a:spcBef>
        <a:spcAft>
          <a:spcPct val="0"/>
        </a:spcAft>
        <a:defRPr sz="3200" b="1">
          <a:solidFill>
            <a:srgbClr val="990000"/>
          </a:solidFill>
          <a:latin typeface="FrutigerNext LT Medium" pitchFamily="34" charset="0"/>
          <a:ea typeface="华文细黑" panose="02010600040101010101" pitchFamily="2" charset="-122"/>
          <a:cs typeface="宋体" panose="02010600030101010101" pitchFamily="2" charset="-122"/>
        </a:defRPr>
      </a:lvl9pPr>
    </p:titleStyle>
    <p:bodyStyle>
      <a:lvl1pPr marL="342900" marR="0" indent="-342900" algn="l" defTabSz="914400" rtl="0" eaLnBrk="1" fontAlgn="base" latinLnBrk="0" hangingPunct="1">
        <a:lnSpc>
          <a:spcPct val="100000"/>
        </a:lnSpc>
        <a:spcBef>
          <a:spcPct val="20000"/>
        </a:spcBef>
        <a:spcAft>
          <a:spcPct val="0"/>
        </a:spcAft>
        <a:buClr>
          <a:srgbClr val="990000"/>
        </a:buClr>
        <a:buSzTx/>
        <a:buFontTx/>
        <a:buNone/>
        <a:defRPr sz="2400" b="0">
          <a:solidFill>
            <a:schemeClr val="tx1">
              <a:lumMod val="95000"/>
              <a:lumOff val="5000"/>
            </a:schemeClr>
          </a:solidFill>
          <a:latin typeface="+mj-lt"/>
          <a:ea typeface="+mj-ea"/>
          <a:cs typeface="Arial" panose="020B0604020202020204" pitchFamily="34" charset="0"/>
        </a:defRPr>
      </a:lvl1pPr>
      <a:lvl2pPr marL="742950" indent="-285750" algn="l" rtl="0" eaLnBrk="1" fontAlgn="base" hangingPunct="1">
        <a:spcBef>
          <a:spcPct val="20000"/>
        </a:spcBef>
        <a:spcAft>
          <a:spcPct val="0"/>
        </a:spcAft>
        <a:buFont typeface="Arial" panose="020B0604020202020204" pitchFamily="34" charset="0"/>
        <a:buChar char="›"/>
        <a:defRPr sz="2000">
          <a:solidFill>
            <a:schemeClr val="tx1"/>
          </a:solidFill>
          <a:latin typeface="+mn-lt"/>
          <a:ea typeface="+mn-ea"/>
          <a:cs typeface="+mn-cs"/>
        </a:defRPr>
      </a:lvl2pPr>
      <a:lvl3pPr marL="1143000" indent="-228600" algn="l" rtl="0" eaLnBrk="1" fontAlgn="base" hangingPunct="1">
        <a:spcBef>
          <a:spcPct val="20000"/>
        </a:spcBef>
        <a:spcAft>
          <a:spcPct val="0"/>
        </a:spcAft>
        <a:buFont typeface="FrutigerNext LT Medium" pitchFamily="34" charset="0"/>
        <a:buChar char="»"/>
        <a:defRPr>
          <a:solidFill>
            <a:schemeClr val="tx1"/>
          </a:solidFill>
          <a:latin typeface="+mn-lt"/>
          <a:ea typeface="+mn-ea"/>
          <a:cs typeface="+mn-cs"/>
        </a:defRPr>
      </a:lvl3pPr>
      <a:lvl4pPr marL="1600835" indent="-228600" algn="l" rtl="0" eaLnBrk="1" fontAlgn="base" hangingPunct="1">
        <a:spcBef>
          <a:spcPct val="20000"/>
        </a:spcBef>
        <a:spcAft>
          <a:spcPct val="0"/>
        </a:spcAft>
        <a:buChar char="–"/>
        <a:defRPr sz="1600">
          <a:solidFill>
            <a:schemeClr val="tx1"/>
          </a:solidFill>
          <a:latin typeface="+mn-lt"/>
          <a:ea typeface="+mn-ea"/>
          <a:cs typeface="+mn-cs"/>
        </a:defRPr>
      </a:lvl4pPr>
      <a:lvl5pPr marL="20580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5pPr>
      <a:lvl6pPr marL="25152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6pPr>
      <a:lvl7pPr marL="29724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7pPr>
      <a:lvl8pPr marL="34296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8pPr>
      <a:lvl9pPr marL="3886835" indent="-228600" algn="l" rtl="0" eaLnBrk="1" fontAlgn="base" hangingPunct="1">
        <a:spcBef>
          <a:spcPct val="20000"/>
        </a:spcBef>
        <a:spcAft>
          <a:spcPct val="0"/>
        </a:spcAft>
        <a:buFont typeface="Arial" panose="020B0604020202020204" pitchFamily="34" charset="0"/>
        <a:buChar char="~"/>
        <a:defRPr sz="16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9435" algn="l" defTabSz="914400" rtl="0" eaLnBrk="1" latinLnBrk="0" hangingPunct="1">
        <a:defRPr sz="1800" kern="1200">
          <a:solidFill>
            <a:schemeClr val="tx1"/>
          </a:solidFill>
          <a:latin typeface="+mn-lt"/>
          <a:ea typeface="+mn-ea"/>
          <a:cs typeface="+mn-cs"/>
        </a:defRPr>
      </a:lvl5pPr>
      <a:lvl6pPr marL="2286635" algn="l" defTabSz="914400" rtl="0" eaLnBrk="1" latinLnBrk="0" hangingPunct="1">
        <a:defRPr sz="1800" kern="1200">
          <a:solidFill>
            <a:schemeClr val="tx1"/>
          </a:solidFill>
          <a:latin typeface="+mn-lt"/>
          <a:ea typeface="+mn-ea"/>
          <a:cs typeface="+mn-cs"/>
        </a:defRPr>
      </a:lvl6pPr>
      <a:lvl7pPr marL="2743835" algn="l" defTabSz="914400" rtl="0" eaLnBrk="1" latinLnBrk="0" hangingPunct="1">
        <a:defRPr sz="1800" kern="1200">
          <a:solidFill>
            <a:schemeClr val="tx1"/>
          </a:solidFill>
          <a:latin typeface="+mn-lt"/>
          <a:ea typeface="+mn-ea"/>
          <a:cs typeface="+mn-cs"/>
        </a:defRPr>
      </a:lvl7pPr>
      <a:lvl8pPr marL="3201035" algn="l" defTabSz="914400" rtl="0" eaLnBrk="1" latinLnBrk="0" hangingPunct="1">
        <a:defRPr sz="1800" kern="1200">
          <a:solidFill>
            <a:schemeClr val="tx1"/>
          </a:solidFill>
          <a:latin typeface="+mn-lt"/>
          <a:ea typeface="+mn-ea"/>
          <a:cs typeface="+mn-cs"/>
        </a:defRPr>
      </a:lvl8pPr>
      <a:lvl9pPr marL="3658235"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19" cstate="print">
            <a:extLst>
              <a:ext uri="{28A0092B-C50C-407E-A947-70E740481C1C}">
                <a14:useLocalDpi xmlns:a14="http://schemas.microsoft.com/office/drawing/2010/main" val="0"/>
              </a:ext>
            </a:extLst>
          </a:blip>
          <a:stretch>
            <a:fillRect/>
          </a:stretch>
        </p:blipFill>
        <p:spPr>
          <a:xfrm>
            <a:off x="1587" y="794"/>
            <a:ext cx="12192000" cy="6858000"/>
          </a:xfrm>
          <a:prstGeom prst="rect">
            <a:avLst/>
          </a:prstGeom>
        </p:spPr>
      </p:pic>
      <p:sp>
        <p:nvSpPr>
          <p:cNvPr id="2" name="标题占位符 1"/>
          <p:cNvSpPr>
            <a:spLocks noGrp="1"/>
          </p:cNvSpPr>
          <p:nvPr>
            <p:ph type="title"/>
          </p:nvPr>
        </p:nvSpPr>
        <p:spPr>
          <a:xfrm>
            <a:off x="609759" y="275231"/>
            <a:ext cx="10975658" cy="1143264"/>
          </a:xfrm>
          <a:prstGeom prst="rect">
            <a:avLst/>
          </a:prstGeom>
        </p:spPr>
        <p:txBody>
          <a:bodyPr vert="horz" lIns="121944" tIns="60972" rIns="121944" bIns="60972"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09759" y="1600572"/>
            <a:ext cx="10975658" cy="4526481"/>
          </a:xfrm>
          <a:prstGeom prst="rect">
            <a:avLst/>
          </a:prstGeom>
        </p:spPr>
        <p:txBody>
          <a:bodyPr vert="horz" lIns="121944" tIns="60972" rIns="121944" bIns="60972"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2"/>
          </p:nvPr>
        </p:nvSpPr>
        <p:spPr>
          <a:xfrm>
            <a:off x="609759" y="6357824"/>
            <a:ext cx="2845541" cy="366267"/>
          </a:xfrm>
          <a:prstGeom prst="rect">
            <a:avLst/>
          </a:prstGeom>
        </p:spPr>
        <p:txBody>
          <a:bodyPr vert="horz" lIns="121944" tIns="60972" rIns="121944" bIns="60972" rtlCol="0" anchor="ctr"/>
          <a:lstStyle>
            <a:lvl1pPr algn="l">
              <a:defRPr sz="1600">
                <a:solidFill>
                  <a:schemeClr val="tx1"/>
                </a:solidFill>
              </a:defRPr>
            </a:lvl1pPr>
          </a:lstStyle>
          <a:p>
            <a:fld id="{1A5B2B23-E5F0-44D7-A9FF-4B8E82156B39}" type="datetimeFigureOut">
              <a:rPr lang="zh-CN" altLang="en-US" smtClean="0"/>
            </a:fld>
            <a:endParaRPr lang="zh-CN" altLang="en-US"/>
          </a:p>
        </p:txBody>
      </p:sp>
      <p:sp>
        <p:nvSpPr>
          <p:cNvPr id="5" name="页脚占位符 4"/>
          <p:cNvSpPr>
            <a:spLocks noGrp="1"/>
          </p:cNvSpPr>
          <p:nvPr>
            <p:ph type="ftr" sz="quarter" idx="3"/>
          </p:nvPr>
        </p:nvSpPr>
        <p:spPr>
          <a:xfrm>
            <a:off x="4166685" y="6357824"/>
            <a:ext cx="3861805" cy="366267"/>
          </a:xfrm>
          <a:prstGeom prst="rect">
            <a:avLst/>
          </a:prstGeom>
        </p:spPr>
        <p:txBody>
          <a:bodyPr vert="horz" lIns="121944" tIns="60972" rIns="121944" bIns="60972" rtlCol="0" anchor="ctr"/>
          <a:lstStyle>
            <a:lvl1pPr algn="ctr">
              <a:defRPr sz="1600">
                <a:solidFill>
                  <a:schemeClr val="tx1"/>
                </a:solidFill>
              </a:defRPr>
            </a:lvl1pPr>
          </a:lstStyle>
          <a:p>
            <a:endParaRPr lang="zh-CN" altLang="en-US"/>
          </a:p>
        </p:txBody>
      </p:sp>
      <p:sp>
        <p:nvSpPr>
          <p:cNvPr id="6" name="灯片编号占位符 5"/>
          <p:cNvSpPr>
            <a:spLocks noGrp="1"/>
          </p:cNvSpPr>
          <p:nvPr>
            <p:ph type="sldNum" sz="quarter" idx="4"/>
          </p:nvPr>
        </p:nvSpPr>
        <p:spPr>
          <a:xfrm>
            <a:off x="8739876" y="6357824"/>
            <a:ext cx="2845541" cy="366267"/>
          </a:xfrm>
          <a:prstGeom prst="rect">
            <a:avLst/>
          </a:prstGeom>
        </p:spPr>
        <p:txBody>
          <a:bodyPr vert="horz" lIns="121944" tIns="60972" rIns="121944" bIns="60972" rtlCol="0" anchor="ctr"/>
          <a:lstStyle>
            <a:lvl1pPr algn="r">
              <a:defRPr sz="1600">
                <a:solidFill>
                  <a:schemeClr val="tx1"/>
                </a:solidFill>
              </a:defRPr>
            </a:lvl1pPr>
          </a:lstStyle>
          <a:p>
            <a:fld id="{B2563A90-55EF-4D2C-B954-EDF55F24A661}" type="slidenum">
              <a:rPr lang="zh-CN" altLang="en-US" smtClean="0"/>
            </a:fld>
            <a:endParaRPr lang="zh-CN" altLang="en-US"/>
          </a:p>
        </p:txBody>
      </p:sp>
      <p:sp>
        <p:nvSpPr>
          <p:cNvPr id="10" name="Rectangle 86"/>
          <p:cNvSpPr>
            <a:spLocks noChangeArrowheads="1"/>
          </p:cNvSpPr>
          <p:nvPr userDrawn="1"/>
        </p:nvSpPr>
        <p:spPr bwMode="auto">
          <a:xfrm>
            <a:off x="11842256" y="6350438"/>
            <a:ext cx="328279" cy="426162"/>
          </a:xfrm>
          <a:prstGeom prst="rect">
            <a:avLst/>
          </a:prstGeom>
          <a:noFill/>
          <a:ln w="9525">
            <a:noFill/>
            <a:miter lim="800000"/>
          </a:ln>
          <a:effectLst/>
        </p:spPr>
        <p:txBody>
          <a:bodyPr lIns="0" tIns="0" rIns="0" bIns="0"/>
          <a:lstStyle/>
          <a:p>
            <a:pPr defTabSz="988060" eaLnBrk="0" hangingPunct="0">
              <a:lnSpc>
                <a:spcPct val="85000"/>
              </a:lnSpc>
              <a:buClrTx/>
              <a:buFontTx/>
              <a:buNone/>
            </a:pPr>
            <a:endParaRPr lang="de-DE" sz="1300" b="0" dirty="0">
              <a:solidFill>
                <a:schemeClr val="tx1"/>
              </a:solidFill>
              <a:latin typeface="FrutigerNext LT Light" pitchFamily="34" charset="0"/>
              <a:ea typeface="MS PGothic" panose="020B0600070205080204" pitchFamily="34" charset="-128"/>
            </a:endParaRPr>
          </a:p>
          <a:p>
            <a:pPr defTabSz="988060" eaLnBrk="0" hangingPunct="0">
              <a:lnSpc>
                <a:spcPct val="85000"/>
              </a:lnSpc>
              <a:buClrTx/>
              <a:buFontTx/>
              <a:buNone/>
            </a:pPr>
            <a:fld id="{E68EC476-442B-4BB7-9603-F1440C241F3D}" type="slidenum">
              <a:rPr lang="de-DE" sz="900" b="0" smtClean="0">
                <a:solidFill>
                  <a:schemeClr val="bg1">
                    <a:lumMod val="50000"/>
                  </a:schemeClr>
                </a:solidFill>
                <a:latin typeface="Arial" panose="020B0604020202020204" pitchFamily="34" charset="0"/>
                <a:ea typeface="MS PGothic" panose="020B0600070205080204" pitchFamily="34" charset="-128"/>
                <a:cs typeface="Arial" panose="020B0604020202020204" pitchFamily="34" charset="0"/>
              </a:rPr>
            </a:fld>
            <a:endParaRPr lang="en-GB" sz="900" b="0" dirty="0">
              <a:solidFill>
                <a:schemeClr val="bg1">
                  <a:lumMod val="50000"/>
                </a:schemeClr>
              </a:solidFill>
              <a:latin typeface="Arial" panose="020B0604020202020204" pitchFamily="34" charset="0"/>
              <a:ea typeface="MS PGothic" panose="020B0600070205080204" pitchFamily="34" charset="-128"/>
              <a:cs typeface="Arial" panose="020B0604020202020204" pitchFamily="34" charset="0"/>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 id="2147483668" r:id="rId17"/>
    <p:sldLayoutId id="2147483669" r:id="rId18"/>
  </p:sldLayoutIdLst>
  <p:timing>
    <p:tnLst>
      <p:par>
        <p:cTn id="1" dur="indefinite" restart="never" nodeType="tmRoot"/>
      </p:par>
    </p:tnLst>
  </p:timing>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8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34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0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6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28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9435"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235" algn="l" defTabSz="1219200" rtl="0" eaLnBrk="1" latinLnBrk="0" hangingPunct="1">
        <a:defRPr sz="2400" kern="1200">
          <a:solidFill>
            <a:schemeClr val="tx1"/>
          </a:solidFill>
          <a:latin typeface="+mn-lt"/>
          <a:ea typeface="+mn-ea"/>
          <a:cs typeface="+mn-cs"/>
        </a:defRPr>
      </a:lvl7pPr>
      <a:lvl8pPr marL="4267835" algn="l" defTabSz="1219200" rtl="0" eaLnBrk="1" latinLnBrk="0" hangingPunct="1">
        <a:defRPr sz="2400" kern="1200">
          <a:solidFill>
            <a:schemeClr val="tx1"/>
          </a:solidFill>
          <a:latin typeface="+mn-lt"/>
          <a:ea typeface="+mn-ea"/>
          <a:cs typeface="+mn-cs"/>
        </a:defRPr>
      </a:lvl8pPr>
      <a:lvl9pPr marL="4878070" algn="l" defTabSz="121920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gradFill flip="none" rotWithShape="1">
          <a:gsLst>
            <a:gs pos="0">
              <a:schemeClr val="accent1">
                <a:lumMod val="7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path path="rect">
            <a:fillToRect l="100000" t="100000"/>
          </a:path>
          <a:tileRect r="-100000" b="-100000"/>
        </a:gradFill>
        <a:effectLst/>
      </p:bgPr>
    </p:bg>
    <p:spTree>
      <p:nvGrpSpPr>
        <p:cNvPr id="1" name=""/>
        <p:cNvGrpSpPr/>
        <p:nvPr/>
      </p:nvGrpSpPr>
      <p:grpSpPr>
        <a:xfrm>
          <a:off x="0" y="0"/>
          <a:ext cx="0" cy="0"/>
          <a:chOff x="0" y="0"/>
          <a:chExt cx="0" cy="0"/>
        </a:xfrm>
      </p:grpSpPr>
      <p:pic>
        <p:nvPicPr>
          <p:cNvPr id="4" name="图片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587" y="794"/>
            <a:ext cx="12192000" cy="6858000"/>
          </a:xfrm>
          <a:prstGeom prst="rect">
            <a:avLst/>
          </a:prstGeom>
        </p:spPr>
      </p:pic>
      <p:grpSp>
        <p:nvGrpSpPr>
          <p:cNvPr id="3" name="组合 2"/>
          <p:cNvGrpSpPr/>
          <p:nvPr userDrawn="1"/>
        </p:nvGrpSpPr>
        <p:grpSpPr>
          <a:xfrm>
            <a:off x="737805" y="3518130"/>
            <a:ext cx="4778680" cy="2048106"/>
            <a:chOff x="1896389" y="2298415"/>
            <a:chExt cx="4778680" cy="2048105"/>
          </a:xfrm>
        </p:grpSpPr>
        <p:sp>
          <p:nvSpPr>
            <p:cNvPr id="10" name="TextBox 6"/>
            <p:cNvSpPr txBox="1"/>
            <p:nvPr userDrawn="1"/>
          </p:nvSpPr>
          <p:spPr>
            <a:xfrm>
              <a:off x="2066557" y="3146182"/>
              <a:ext cx="4608512" cy="1200338"/>
            </a:xfrm>
            <a:prstGeom prst="rect">
              <a:avLst/>
            </a:prstGeom>
            <a:noFill/>
          </p:spPr>
          <p:txBody>
            <a:bodyPr wrap="square" lIns="91450" tIns="45725" rIns="91450" bIns="45725">
              <a:spAutoFit/>
            </a:bodyPr>
            <a:lstStyle/>
            <a:p>
              <a:pPr algn="l">
                <a:defRPr/>
              </a:pPr>
              <a:r>
                <a:rPr lang="en-US" altLang="zh-CN" sz="900" b="1" dirty="0" smtClean="0">
                  <a:solidFill>
                    <a:schemeClr val="tx1">
                      <a:lumMod val="65000"/>
                      <a:lumOff val="35000"/>
                    </a:schemeClr>
                  </a:solidFill>
                </a:rPr>
                <a:t>Copyright©2016 </a:t>
              </a:r>
              <a:r>
                <a:rPr lang="en-US" altLang="zh-CN" sz="900" b="1" dirty="0">
                  <a:solidFill>
                    <a:schemeClr val="tx1">
                      <a:lumMod val="65000"/>
                      <a:lumOff val="35000"/>
                    </a:schemeClr>
                  </a:solidFill>
                </a:rPr>
                <a:t>Huawei Technologies Co., Ltd. All Rights Reserved</a:t>
              </a:r>
              <a:r>
                <a:rPr lang="en-US" altLang="zh-CN" sz="900" b="1" dirty="0" smtClean="0">
                  <a:solidFill>
                    <a:schemeClr val="tx1">
                      <a:lumMod val="65000"/>
                      <a:lumOff val="35000"/>
                    </a:schemeClr>
                  </a:solidFill>
                </a:rPr>
                <a:t>.</a:t>
              </a:r>
              <a:endParaRPr lang="en-US" altLang="zh-CN" sz="900" b="1" dirty="0" smtClean="0">
                <a:solidFill>
                  <a:schemeClr val="tx1">
                    <a:lumMod val="65000"/>
                    <a:lumOff val="35000"/>
                  </a:schemeClr>
                </a:solidFill>
              </a:endParaRPr>
            </a:p>
            <a:p>
              <a:pPr algn="l">
                <a:defRPr/>
              </a:pPr>
              <a:r>
                <a:rPr lang="en-US" altLang="zh-CN" sz="900" dirty="0" smtClean="0">
                  <a:solidFill>
                    <a:schemeClr val="tx1">
                      <a:lumMod val="65000"/>
                      <a:lumOff val="35000"/>
                    </a:schemeClr>
                  </a:solidFill>
                </a:rPr>
                <a:t>The </a:t>
              </a:r>
              <a:r>
                <a:rPr lang="en-US" altLang="zh-CN" sz="900" dirty="0">
                  <a:solidFill>
                    <a:schemeClr val="tx1">
                      <a:lumMod val="65000"/>
                      <a:lumOff val="35000"/>
                    </a:schemeClr>
                  </a:solidFill>
                </a:rPr>
                <a:t>information in this document may contain predictive statements including, without limitation, statements regarding the future financial and operating results, future product portfolio, new technology, etc. There are a number of factors that could cause actual results and developments to differ materially from those expressed or implied in the predictive statements. Therefore, such information is provided for reference purpose only and constitutes neither an offer nor an acceptance. Huawei may change the information at any time without notice. </a:t>
              </a:r>
              <a:endParaRPr lang="zh-CN" altLang="zh-CN" sz="900" dirty="0">
                <a:solidFill>
                  <a:schemeClr val="tx1">
                    <a:lumMod val="65000"/>
                    <a:lumOff val="35000"/>
                  </a:schemeClr>
                </a:solidFill>
              </a:endParaRPr>
            </a:p>
          </p:txBody>
        </p:sp>
        <p:sp>
          <p:nvSpPr>
            <p:cNvPr id="11" name="TextBox 6"/>
            <p:cNvSpPr txBox="1"/>
            <p:nvPr userDrawn="1"/>
          </p:nvSpPr>
          <p:spPr>
            <a:xfrm>
              <a:off x="1896389" y="2298415"/>
              <a:ext cx="2873864" cy="677119"/>
            </a:xfrm>
            <a:prstGeom prst="rect">
              <a:avLst/>
            </a:prstGeom>
            <a:noFill/>
          </p:spPr>
          <p:txBody>
            <a:bodyPr wrap="square" lIns="91450" tIns="45725" rIns="91450" bIns="45725">
              <a:spAutoFit/>
            </a:bodyPr>
            <a:lstStyle/>
            <a:p>
              <a:pPr algn="ctr">
                <a:defRPr/>
              </a:pPr>
              <a:r>
                <a:rPr lang="en-US" altLang="zh-CN" sz="3800" dirty="0" smtClean="0">
                  <a:solidFill>
                    <a:schemeClr val="tx1">
                      <a:lumMod val="65000"/>
                      <a:lumOff val="35000"/>
                    </a:schemeClr>
                  </a:solidFill>
                </a:rPr>
                <a:t>Thank You.</a:t>
              </a:r>
              <a:endParaRPr lang="zh-CN" altLang="zh-CN" sz="3800" dirty="0">
                <a:solidFill>
                  <a:schemeClr val="tx1">
                    <a:lumMod val="65000"/>
                    <a:lumOff val="35000"/>
                  </a:schemeClr>
                </a:solidFill>
              </a:endParaRPr>
            </a:p>
          </p:txBody>
        </p:sp>
      </p:grpSp>
    </p:spTree>
  </p:cSld>
  <p:clrMap bg1="lt1" tx1="dk1" bg2="lt2" tx2="dk2" accent1="accent1" accent2="accent2" accent3="accent3" accent4="accent4" accent5="accent5" accent6="accent6" hlink="hlink" folHlink="folHlink"/>
  <p:sldLayoutIdLst>
    <p:sldLayoutId id="2147483671" r:id="rId1"/>
  </p:sldLayoutIdLst>
  <p:timing>
    <p:tnLst>
      <p:par>
        <p:cTn id="1" dur="indefinite" restart="never" nodeType="tmRoot"/>
      </p:par>
    </p:tnLst>
  </p:timing>
  <p:txStyles>
    <p:titleStyle>
      <a:lvl1pPr algn="ctr" defTabSz="1219200" rtl="0" eaLnBrk="1" latinLnBrk="0" hangingPunct="1">
        <a:spcBef>
          <a:spcPct val="0"/>
        </a:spcBef>
        <a:buNone/>
        <a:defRPr sz="5900" kern="1200">
          <a:solidFill>
            <a:schemeClr val="tx1"/>
          </a:solidFill>
          <a:latin typeface="+mj-lt"/>
          <a:ea typeface="+mj-ea"/>
          <a:cs typeface="+mj-cs"/>
        </a:defRPr>
      </a:lvl1pPr>
    </p:titleStyle>
    <p:bodyStyle>
      <a:lvl1pPr marL="457200" indent="-457200" algn="l" defTabSz="1219200" rtl="0" eaLnBrk="1" latinLnBrk="0" hangingPunct="1">
        <a:spcBef>
          <a:spcPct val="20000"/>
        </a:spcBef>
        <a:buFont typeface="Arial" panose="020B0604020202020204" pitchFamily="34" charset="0"/>
        <a:buChar char="•"/>
        <a:defRPr sz="4300" kern="1200">
          <a:solidFill>
            <a:schemeClr val="tx1"/>
          </a:solidFill>
          <a:latin typeface="+mn-lt"/>
          <a:ea typeface="+mn-ea"/>
          <a:cs typeface="+mn-cs"/>
        </a:defRPr>
      </a:lvl1pPr>
      <a:lvl2pPr marL="990600" indent="-381000" algn="l" defTabSz="1219200" rtl="0" eaLnBrk="1" latinLnBrk="0" hangingPunct="1">
        <a:spcBef>
          <a:spcPct val="20000"/>
        </a:spcBef>
        <a:buFont typeface="Arial" panose="020B0604020202020204" pitchFamily="34" charset="0"/>
        <a:buChar char="–"/>
        <a:defRPr sz="3700" kern="1200">
          <a:solidFill>
            <a:schemeClr val="tx1"/>
          </a:solidFill>
          <a:latin typeface="+mn-lt"/>
          <a:ea typeface="+mn-ea"/>
          <a:cs typeface="+mn-cs"/>
        </a:defRPr>
      </a:lvl2pPr>
      <a:lvl3pPr marL="1524000" indent="-304800" algn="l" defTabSz="12192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3pPr>
      <a:lvl4pPr marL="21342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4pPr>
      <a:lvl5pPr marL="27438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5pPr>
      <a:lvl6pPr marL="33534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6pPr>
      <a:lvl7pPr marL="39630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7pPr>
      <a:lvl8pPr marL="4572635"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8pPr>
      <a:lvl9pPr marL="5182870" indent="-304800" algn="l" defTabSz="1219200" rtl="0" eaLnBrk="1" latinLnBrk="0" hangingPunct="1">
        <a:spcBef>
          <a:spcPct val="20000"/>
        </a:spcBef>
        <a:buFont typeface="Arial" panose="020B0604020202020204" pitchFamily="34" charset="0"/>
        <a:buChar char="•"/>
        <a:defRPr sz="2700" kern="1200">
          <a:solidFill>
            <a:schemeClr val="tx1"/>
          </a:solidFill>
          <a:latin typeface="+mn-lt"/>
          <a:ea typeface="+mn-ea"/>
          <a:cs typeface="+mn-cs"/>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9435" algn="l" defTabSz="1219200" rtl="0" eaLnBrk="1" latinLnBrk="0" hangingPunct="1">
        <a:defRPr sz="2400" kern="1200">
          <a:solidFill>
            <a:schemeClr val="tx1"/>
          </a:solidFill>
          <a:latin typeface="+mn-lt"/>
          <a:ea typeface="+mn-ea"/>
          <a:cs typeface="+mn-cs"/>
        </a:defRPr>
      </a:lvl4pPr>
      <a:lvl5pPr marL="2439035" algn="l" defTabSz="1219200" rtl="0" eaLnBrk="1" latinLnBrk="0" hangingPunct="1">
        <a:defRPr sz="2400" kern="1200">
          <a:solidFill>
            <a:schemeClr val="tx1"/>
          </a:solidFill>
          <a:latin typeface="+mn-lt"/>
          <a:ea typeface="+mn-ea"/>
          <a:cs typeface="+mn-cs"/>
        </a:defRPr>
      </a:lvl5pPr>
      <a:lvl6pPr marL="3048635" algn="l" defTabSz="1219200" rtl="0" eaLnBrk="1" latinLnBrk="0" hangingPunct="1">
        <a:defRPr sz="2400" kern="1200">
          <a:solidFill>
            <a:schemeClr val="tx1"/>
          </a:solidFill>
          <a:latin typeface="+mn-lt"/>
          <a:ea typeface="+mn-ea"/>
          <a:cs typeface="+mn-cs"/>
        </a:defRPr>
      </a:lvl6pPr>
      <a:lvl7pPr marL="3658235" algn="l" defTabSz="1219200" rtl="0" eaLnBrk="1" latinLnBrk="0" hangingPunct="1">
        <a:defRPr sz="2400" kern="1200">
          <a:solidFill>
            <a:schemeClr val="tx1"/>
          </a:solidFill>
          <a:latin typeface="+mn-lt"/>
          <a:ea typeface="+mn-ea"/>
          <a:cs typeface="+mn-cs"/>
        </a:defRPr>
      </a:lvl7pPr>
      <a:lvl8pPr marL="4267835" algn="l" defTabSz="1219200" rtl="0" eaLnBrk="1" latinLnBrk="0" hangingPunct="1">
        <a:defRPr sz="2400" kern="1200">
          <a:solidFill>
            <a:schemeClr val="tx1"/>
          </a:solidFill>
          <a:latin typeface="+mn-lt"/>
          <a:ea typeface="+mn-ea"/>
          <a:cs typeface="+mn-cs"/>
        </a:defRPr>
      </a:lvl8pPr>
      <a:lvl9pPr marL="4878070" algn="l" defTabSz="121920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8995" y="2277666"/>
            <a:ext cx="11161240" cy="646430"/>
          </a:xfrm>
        </p:spPr>
        <p:txBody>
          <a:bodyPr/>
          <a:lstStyle/>
          <a:p>
            <a:r>
              <a:rPr lang="zh-CN" altLang="en-US" sz="3600" b="1" dirty="0" smtClean="0">
                <a:solidFill>
                  <a:srgbClr val="C00000"/>
                </a:solidFill>
                <a:sym typeface="+mn-ea"/>
              </a:rPr>
              <a:t>本体驱动的智能业务流程架构</a:t>
            </a:r>
            <a:endParaRPr lang="zh-CN" altLang="en-US" sz="3600" b="1" dirty="0" smtClean="0">
              <a:solidFill>
                <a:srgbClr val="C00000"/>
              </a:solidFill>
              <a:sym typeface="+mn-ea"/>
            </a:endParaRPr>
          </a:p>
        </p:txBody>
      </p:sp>
      <p:sp>
        <p:nvSpPr>
          <p:cNvPr id="3" name="文本框 2"/>
          <p:cNvSpPr txBox="1"/>
          <p:nvPr/>
        </p:nvSpPr>
        <p:spPr>
          <a:xfrm>
            <a:off x="792392" y="3717826"/>
            <a:ext cx="2758440" cy="460375"/>
          </a:xfrm>
          <a:prstGeom prst="rect">
            <a:avLst/>
          </a:prstGeom>
          <a:noFill/>
        </p:spPr>
        <p:txBody>
          <a:bodyPr wrap="none" rtlCol="0">
            <a:spAutoFit/>
          </a:bodyPr>
          <a:lstStyle/>
          <a:p>
            <a:r>
              <a:rPr kumimoji="1" lang="zh-CN" altLang="en-US" dirty="0" smtClean="0"/>
              <a:t>张俊（</a:t>
            </a:r>
            <a:r>
              <a:rPr kumimoji="1" lang="en-US" altLang="zh-CN" dirty="0" smtClean="0"/>
              <a:t>00896153</a:t>
            </a:r>
            <a:r>
              <a:rPr kumimoji="1" lang="zh-CN" altLang="en-US" dirty="0" smtClean="0"/>
              <a:t>）</a:t>
            </a:r>
            <a:endParaRPr kumimoji="1" lang="zh-CN" altLang="en-US" dirty="0"/>
          </a:p>
        </p:txBody>
      </p:sp>
    </p:spTree>
  </p:cSld>
  <p:clrMapOvr>
    <a:masterClrMapping/>
  </p:clrMapOvr>
  <p:transition advClick="0">
    <p:fade thruBlk="1"/>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p:nvPr>
            <p:ph type="title"/>
          </p:nvPr>
        </p:nvSpPr>
        <p:spPr/>
        <p:txBody>
          <a:bodyPr/>
          <a:p>
            <a:endParaRPr lang="zh-CN" altLang="en-US"/>
          </a:p>
        </p:txBody>
      </p:sp>
    </p:spTree>
  </p:cSld>
  <p:clrMapOvr>
    <a:masterClrMapping/>
  </p:clrMapOvr>
</p:sld>
</file>

<file path=ppt/tags/tag1.xml><?xml version="1.0" encoding="utf-8"?>
<p:tagLst xmlns:p="http://schemas.openxmlformats.org/presentationml/2006/main">
  <p:tag name="THINKCELLSHAPEDONOTDELETE" val="thinkcellActiveDocDoNotDelete"/>
</p:tagLst>
</file>

<file path=ppt/theme/theme1.xml><?xml version="1.0" encoding="utf-8"?>
<a:theme xmlns:a="http://schemas.openxmlformats.org/drawingml/2006/main" name="Blank">
  <a:themeElements>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fontScheme name="自定义 1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solidFill>
            <a:schemeClr val="tx1"/>
          </a:solidFill>
        </a:ln>
      </a:spPr>
      <a:bodyPr vert="horz" wrap="square" lIns="91440" tIns="45720" rIns="91440" bIns="45720" numCol="1" rtlCol="0" anchor="t" anchorCtr="0" compatLnSpc="1"/>
      <a:lstStyle>
        <a:defPPr marL="0" marR="0" indent="0" algn="l" defTabSz="914400" rtl="0" eaLnBrk="1" fontAlgn="base" latinLnBrk="0" hangingPunct="1">
          <a:lnSpc>
            <a:spcPct val="100000"/>
          </a:lnSpc>
          <a:spcBef>
            <a:spcPct val="0"/>
          </a:spcBef>
          <a:spcAft>
            <a:spcPct val="0"/>
          </a:spcAft>
          <a:buClr>
            <a:srgbClr val="CC9900"/>
          </a:buClr>
          <a:buSzTx/>
          <a:buFont typeface="Wingdings" panose="05000000000000000000" pitchFamily="2" charset="2"/>
          <a:buChar char="n"/>
          <a:defRPr kumimoji="0"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bodyPr/>
      <a:lstStyle/>
      <a:style>
        <a:lnRef idx="1">
          <a:schemeClr val="dk1"/>
        </a:lnRef>
        <a:fillRef idx="0">
          <a:schemeClr val="dk1"/>
        </a:fillRef>
        <a:effectRef idx="0">
          <a:schemeClr val="dk1"/>
        </a:effectRef>
        <a:fontRef idx="minor">
          <a:schemeClr val="tx1"/>
        </a:fontRef>
      </a:style>
    </a:lnDef>
  </a:objectDefaults>
  <a:extraClrSchemeLst>
    <a:extraClrScheme>
      <a:clrScheme name="default 1">
        <a:dk1>
          <a:srgbClr val="000000"/>
        </a:dk1>
        <a:lt1>
          <a:srgbClr val="FFFFFF"/>
        </a:lt1>
        <a:dk2>
          <a:srgbClr val="990000"/>
        </a:dk2>
        <a:lt2>
          <a:srgbClr val="808080"/>
        </a:lt2>
        <a:accent1>
          <a:srgbClr val="99CCFF"/>
        </a:accent1>
        <a:accent2>
          <a:srgbClr val="669900"/>
        </a:accent2>
        <a:accent3>
          <a:srgbClr val="FFFFFF"/>
        </a:accent3>
        <a:accent4>
          <a:srgbClr val="000000"/>
        </a:accent4>
        <a:accent5>
          <a:srgbClr val="CAE2FF"/>
        </a:accent5>
        <a:accent6>
          <a:srgbClr val="5C8A00"/>
        </a:accent6>
        <a:hlink>
          <a:srgbClr val="FF9900"/>
        </a:hlink>
        <a:folHlink>
          <a:srgbClr val="DDDDDD"/>
        </a:folHlink>
      </a:clrScheme>
      <a:clrMap bg1="lt1" tx1="dk1" bg2="lt2" tx2="dk2" accent1="accent1" accent2="accent2" accent3="accent3" accent4="accent4" accent5="accent5" accent6="accent6" hlink="hlink" folHlink="folHlink"/>
    </a:extraClrScheme>
    <a:extraClrScheme>
      <a:clrScheme name="default 2">
        <a:dk1>
          <a:srgbClr val="000000"/>
        </a:dk1>
        <a:lt1>
          <a:srgbClr val="FFFFFF"/>
        </a:lt1>
        <a:dk2>
          <a:srgbClr val="990000"/>
        </a:dk2>
        <a:lt2>
          <a:srgbClr val="B2B2B2"/>
        </a:lt2>
        <a:accent1>
          <a:srgbClr val="FFCC99"/>
        </a:accent1>
        <a:accent2>
          <a:srgbClr val="FFCC66"/>
        </a:accent2>
        <a:accent3>
          <a:srgbClr val="FFFFFF"/>
        </a:accent3>
        <a:accent4>
          <a:srgbClr val="000000"/>
        </a:accent4>
        <a:accent5>
          <a:srgbClr val="FFE2CA"/>
        </a:accent5>
        <a:accent6>
          <a:srgbClr val="E7B95C"/>
        </a:accent6>
        <a:hlink>
          <a:srgbClr val="FF9900"/>
        </a:hlink>
        <a:folHlink>
          <a:srgbClr val="996600"/>
        </a:folHlink>
      </a:clrScheme>
      <a:clrMap bg1="lt1" tx1="dk1" bg2="lt2" tx2="dk2" accent1="accent1" accent2="accent2" accent3="accent3" accent4="accent4" accent5="accent5" accent6="accent6" hlink="hlink" folHlink="folHlink"/>
    </a:extraClrScheme>
    <a:extraClrScheme>
      <a:clrScheme name="default 3">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99CCCC"/>
        </a:hlink>
        <a:folHlink>
          <a:srgbClr val="009999"/>
        </a:folHlink>
      </a:clrScheme>
      <a:clrMap bg1="lt1" tx1="dk1" bg2="lt2" tx2="dk2" accent1="accent1" accent2="accent2" accent3="accent3" accent4="accent4" accent5="accent5" accent6="accent6" hlink="hlink" folHlink="folHlink"/>
    </a:extraClrScheme>
    <a:extraClrScheme>
      <a:clrScheme name="default 4">
        <a:dk1>
          <a:srgbClr val="000000"/>
        </a:dk1>
        <a:lt1>
          <a:srgbClr val="FFFFFF"/>
        </a:lt1>
        <a:dk2>
          <a:srgbClr val="990000"/>
        </a:dk2>
        <a:lt2>
          <a:srgbClr val="B2B2B2"/>
        </a:lt2>
        <a:accent1>
          <a:srgbClr val="CCFF99"/>
        </a:accent1>
        <a:accent2>
          <a:srgbClr val="99CCCC"/>
        </a:accent2>
        <a:accent3>
          <a:srgbClr val="FFFFFF"/>
        </a:accent3>
        <a:accent4>
          <a:srgbClr val="000000"/>
        </a:accent4>
        <a:accent5>
          <a:srgbClr val="E2FFCA"/>
        </a:accent5>
        <a:accent6>
          <a:srgbClr val="8AB9B9"/>
        </a:accent6>
        <a:hlink>
          <a:srgbClr val="0099CC"/>
        </a:hlink>
        <a:folHlink>
          <a:srgbClr val="006699"/>
        </a:folHlink>
      </a:clrScheme>
      <a:clrMap bg1="lt1" tx1="dk1" bg2="lt2" tx2="dk2" accent1="accent1" accent2="accent2" accent3="accent3" accent4="accent4" accent5="accent5" accent6="accent6" hlink="hlink" folHlink="folHlink"/>
    </a:extraClrScheme>
    <a:extraClrScheme>
      <a:clrScheme name="default 5">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990000"/>
        </a:folHlink>
      </a:clrScheme>
      <a:clrMap bg1="lt1" tx1="dk1" bg2="lt2" tx2="dk2" accent1="accent1" accent2="accent2" accent3="accent3" accent4="accent4" accent5="accent5" accent6="accent6" hlink="hlink" folHlink="folHlink"/>
    </a:extraClrScheme>
    <a:extraClrScheme>
      <a:clrScheme name="default 6">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90000"/>
        </a:folHlink>
      </a:clrScheme>
      <a:clrMap bg1="lt1" tx1="dk1" bg2="lt2" tx2="dk2" accent1="accent1" accent2="accent2" accent3="accent3" accent4="accent4" accent5="accent5" accent6="accent6" hlink="hlink" folHlink="folHlink"/>
    </a:extraClrScheme>
    <a:extraClrScheme>
      <a:clrScheme name="default 7">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990000"/>
        </a:folHlink>
      </a:clrScheme>
      <a:clrMap bg1="lt1" tx1="dk1" bg2="lt2" tx2="dk2" accent1="accent1" accent2="accent2" accent3="accent3" accent4="accent4" accent5="accent5" accent6="accent6" hlink="hlink" folHlink="folHlink"/>
    </a:extraClrScheme>
    <a:extraClrScheme>
      <a:clrScheme name="default 8">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000000"/>
        </a:folHlink>
      </a:clrScheme>
      <a:clrMap bg1="lt1" tx1="dk1" bg2="lt2" tx2="dk2" accent1="accent1" accent2="accent2" accent3="accent3" accent4="accent4" accent5="accent5" accent6="accent6" hlink="hlink" folHlink="folHlink"/>
    </a:extraClrScheme>
    <a:extraClrScheme>
      <a:clrScheme name="default 9">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000000"/>
        </a:folHlink>
      </a:clrScheme>
      <a:clrMap bg1="lt1" tx1="dk1" bg2="lt2" tx2="dk2" accent1="accent1" accent2="accent2" accent3="accent3" accent4="accent4" accent5="accent5" accent6="accent6" hlink="hlink" folHlink="folHlink"/>
    </a:extraClrScheme>
    <a:extraClrScheme>
      <a:clrScheme name="default 10">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000000"/>
        </a:folHlink>
      </a:clrScheme>
      <a:clrMap bg1="lt1" tx1="dk1" bg2="lt2" tx2="dk2" accent1="accent1" accent2="accent2" accent3="accent3" accent4="accent4" accent5="accent5" accent6="accent6" hlink="hlink" folHlink="folHlink"/>
    </a:extraClrScheme>
    <a:extraClrScheme>
      <a:clrScheme name="default 11">
        <a:dk1>
          <a:srgbClr val="000000"/>
        </a:dk1>
        <a:lt1>
          <a:srgbClr val="FFFFFF"/>
        </a:lt1>
        <a:dk2>
          <a:srgbClr val="990000"/>
        </a:dk2>
        <a:lt2>
          <a:srgbClr val="B2B2B2"/>
        </a:lt2>
        <a:accent1>
          <a:srgbClr val="FFCC66"/>
        </a:accent1>
        <a:accent2>
          <a:srgbClr val="FFCC99"/>
        </a:accent2>
        <a:accent3>
          <a:srgbClr val="FFFFFF"/>
        </a:accent3>
        <a:accent4>
          <a:srgbClr val="000000"/>
        </a:accent4>
        <a:accent5>
          <a:srgbClr val="FFE2B8"/>
        </a:accent5>
        <a:accent6>
          <a:srgbClr val="E7B98A"/>
        </a:accent6>
        <a:hlink>
          <a:srgbClr val="FF9900"/>
        </a:hlink>
        <a:folHlink>
          <a:srgbClr val="808080"/>
        </a:folHlink>
      </a:clrScheme>
      <a:clrMap bg1="lt1" tx1="dk1" bg2="lt2" tx2="dk2" accent1="accent1" accent2="accent2" accent3="accent3" accent4="accent4" accent5="accent5" accent6="accent6" hlink="hlink" folHlink="folHlink"/>
    </a:extraClrScheme>
    <a:extraClrScheme>
      <a:clrScheme name="default 12">
        <a:dk1>
          <a:srgbClr val="000000"/>
        </a:dk1>
        <a:lt1>
          <a:srgbClr val="FFFFFF"/>
        </a:lt1>
        <a:dk2>
          <a:srgbClr val="990000"/>
        </a:dk2>
        <a:lt2>
          <a:srgbClr val="B2B2B2"/>
        </a:lt2>
        <a:accent1>
          <a:srgbClr val="CCCCFF"/>
        </a:accent1>
        <a:accent2>
          <a:srgbClr val="99CCFF"/>
        </a:accent2>
        <a:accent3>
          <a:srgbClr val="FFFFFF"/>
        </a:accent3>
        <a:accent4>
          <a:srgbClr val="000000"/>
        </a:accent4>
        <a:accent5>
          <a:srgbClr val="E2E2FF"/>
        </a:accent5>
        <a:accent6>
          <a:srgbClr val="8AB9E7"/>
        </a:accent6>
        <a:hlink>
          <a:srgbClr val="006699"/>
        </a:hlink>
        <a:folHlink>
          <a:srgbClr val="969696"/>
        </a:folHlink>
      </a:clrScheme>
      <a:clrMap bg1="lt1" tx1="dk1" bg2="lt2" tx2="dk2" accent1="accent1" accent2="accent2" accent3="accent3" accent4="accent4" accent5="accent5" accent6="accent6" hlink="hlink" folHlink="folHlink"/>
    </a:extraClrScheme>
    <a:extraClrScheme>
      <a:clrScheme name="default 13">
        <a:dk1>
          <a:srgbClr val="000000"/>
        </a:dk1>
        <a:lt1>
          <a:srgbClr val="FFFFFF"/>
        </a:lt1>
        <a:dk2>
          <a:srgbClr val="990000"/>
        </a:dk2>
        <a:lt2>
          <a:srgbClr val="B2B2B2"/>
        </a:lt2>
        <a:accent1>
          <a:srgbClr val="99CCCC"/>
        </a:accent1>
        <a:accent2>
          <a:srgbClr val="CCFF99"/>
        </a:accent2>
        <a:accent3>
          <a:srgbClr val="FFFFFF"/>
        </a:accent3>
        <a:accent4>
          <a:srgbClr val="000000"/>
        </a:accent4>
        <a:accent5>
          <a:srgbClr val="CAE2E2"/>
        </a:accent5>
        <a:accent6>
          <a:srgbClr val="B9E78A"/>
        </a:accent6>
        <a:hlink>
          <a:srgbClr val="009999"/>
        </a:hlink>
        <a:folHlink>
          <a:srgbClr val="808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内容Copytext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自定义 2">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ank you">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CW PPT">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Words>
  <Application>WPS 演示</Application>
  <PresentationFormat>自定义</PresentationFormat>
  <Paragraphs>4</Paragraphs>
  <Slides>2</Slides>
  <Notes>4</Notes>
  <HiddenSlides>0</HiddenSlides>
  <MMClips>0</MMClips>
  <ScaleCrop>false</ScaleCrop>
  <HeadingPairs>
    <vt:vector size="8" baseType="variant">
      <vt:variant>
        <vt:lpstr>已用的字体</vt:lpstr>
      </vt:variant>
      <vt:variant>
        <vt:i4>29</vt:i4>
      </vt:variant>
      <vt:variant>
        <vt:lpstr>主题</vt:lpstr>
      </vt:variant>
      <vt:variant>
        <vt:i4>3</vt:i4>
      </vt:variant>
      <vt:variant>
        <vt:lpstr>嵌入 OLE 服务器</vt:lpstr>
      </vt:variant>
      <vt:variant>
        <vt:i4>0</vt:i4>
      </vt:variant>
      <vt:variant>
        <vt:lpstr>幻灯片标题</vt:lpstr>
      </vt:variant>
      <vt:variant>
        <vt:i4>2</vt:i4>
      </vt:variant>
    </vt:vector>
  </HeadingPairs>
  <TitlesOfParts>
    <vt:vector size="34" baseType="lpstr">
      <vt:lpstr>Arial</vt:lpstr>
      <vt:lpstr>宋体</vt:lpstr>
      <vt:lpstr>Wingdings</vt:lpstr>
      <vt:lpstr>MS PGothic</vt:lpstr>
      <vt:lpstr>Arial Unicode MS</vt:lpstr>
      <vt:lpstr>黑体</vt:lpstr>
      <vt:lpstr>FrutigerNext LT Medium</vt:lpstr>
      <vt:lpstr>华文细黑</vt:lpstr>
      <vt:lpstr>FrutigerNext LT Light</vt:lpstr>
      <vt:lpstr>微软雅黑</vt:lpstr>
      <vt:lpstr>Arial</vt:lpstr>
      <vt:lpstr>Alibaba PuHuiTi 3.0 55 Regular</vt:lpstr>
      <vt:lpstr>Segoe Print</vt:lpstr>
      <vt:lpstr>Poppins</vt:lpstr>
      <vt:lpstr>Wingdings</vt:lpstr>
      <vt:lpstr>Inter</vt:lpstr>
      <vt:lpstr>NumberOnly</vt:lpstr>
      <vt:lpstr>FZYaYiHei GB18030L2 R</vt:lpstr>
      <vt:lpstr>Arial Unicode MS</vt:lpstr>
      <vt:lpstr>Calibri</vt:lpstr>
      <vt:lpstr>Alibaba PuHuiTi 3.0 55 Regular</vt:lpstr>
      <vt:lpstr>FZYaYiHei GB18030L2 R</vt:lpstr>
      <vt:lpstr>Inter</vt:lpstr>
      <vt:lpstr>Poppins</vt:lpstr>
      <vt:lpstr>Mona Medium</vt:lpstr>
      <vt:lpstr>AvenirNext LT Pro Regular</vt:lpstr>
      <vt:lpstr>Oxford Regular</vt:lpstr>
      <vt:lpstr>A new day begins</vt:lpstr>
      <vt:lpstr>方正雅意黑 GB18030L2 R</vt:lpstr>
      <vt:lpstr>Blank</vt:lpstr>
      <vt:lpstr>1_内容Copytext </vt:lpstr>
      <vt:lpstr>Thank you</vt:lpstr>
      <vt:lpstr>本体驱动的智能业务流程架构</vt:lpstr>
      <vt:lpstr>四层技术架构总览(Four-Layer Technical Architecture Overview)</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lidegang1@huawei.com</dc:creator>
  <cp:lastModifiedBy>鹤琳</cp:lastModifiedBy>
  <cp:revision>1125</cp:revision>
  <dcterms:created xsi:type="dcterms:W3CDTF">2020-10-26T08:52:00Z</dcterms:created>
  <dcterms:modified xsi:type="dcterms:W3CDTF">2026-07-29T01:35:17Z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_ms_pID_72543">
    <vt:lpwstr>(3)LnZC7oz8To7Y22xH3O/e8/X6gkcAfRUeHpPKe9auJUq9yzXFzrGV+j1DVZzgI0EDzC0+5uAn
JRM3s2IrrRCN1xLLc5QCYMfFYASWKQEv6iy1EnUE8rYaLKTG6HQjCqbkdbEQ9AilA4wlcUGp
M+k9aV/YBB7bikGlSXRZgKrcuKUoPTRW/pwdIjDDNwoeATG48Nbp4PibsYPQdwtvyHcMCRzq
oFE7OBQURzIUP5l6z3</vt:lpwstr>
  </property>
  <property fmtid="{D5CDD505-2E9C-101B-9397-08002B2CF9AE}" pid="3" name="_new_ms_pID_725431">
    <vt:lpwstr>HT427Rj6lAztVHZEJkxSciTysHWHm3pp5pN5bdc8jI+R61LnM43/Id
OJR/5SFPGpxMNY+Ik687ggiaLVMQscvYPOkYpYvR1VHcjWO8LpQ8Jk53dz+OU+dlYUxEyVKl
nYzFJYTuHXU49As1XFzB/2i2wAX+Yjn1QhbYw+qyfxCE4z7K7zPku/WWV3NPVhG2wti/wSUD
AM0CoU+WY5x1lW5yWyWZ3mYynTqhsmvMoz2Q</vt:lpwstr>
  </property>
  <property fmtid="{D5CDD505-2E9C-101B-9397-08002B2CF9AE}" pid="4" name="_new_ms_pID_725432">
    <vt:lpwstr>of/ts7Wz4tkV5CWwOAx2QBtKm6tC/Xu4PptY
e8yjtgJI/F4gvLnqMJLIFc4L3zL3adNOX5ClTsL7BprpsyLPcNPaVLnaJJkx23gviqr0Df3e
</vt:lpwstr>
  </property>
  <property fmtid="{D5CDD505-2E9C-101B-9397-08002B2CF9AE}" pid="5" name="_2015_ms_pID_725343">
    <vt:lpwstr>(3)Uj4THT6SZ10V6rDV5l8Y0zcimIzpTikqgJ1doqNWfyXgy8A67N8PS4L9iq5j7RLYyWslMFuR
iYo17vA+K2j8LDxjxL9pJ2AqZCYIZAk/waLpz86fXYswp6oykAJb0LxNEbmQ9YRyv/UjzsG3
jOTZRjilIKGogocuvcwBHx3qs57iP7a9Xo6Ns0/6kzIGLsnSPwcvluIoqxFpvOmHn5BbnBnV
vEyBg0amWaIHUqtqCy</vt:lpwstr>
  </property>
  <property fmtid="{D5CDD505-2E9C-101B-9397-08002B2CF9AE}" pid="6" name="_2015_ms_pID_7253431">
    <vt:lpwstr>5hPRYPBipjmxW3z1T+H5DgWqvRCY6c6e9eKGX0JlVOT336coafsEwG
C8qPcynuS+hccJiF8sy0gtCqpKDS3ZPZynx3owuDv7S25sUHTEE4mA9qlev98c6HOiSY4408
AqxWd4L095nQ54lmh6MqO5SNv+8rlXg3WFDx8ubfmp6KOF93HG3gNJwK/mmGjtm5UDTqZYRk
/iPzQB6Mc/XqQGd0nAMJfeefhbXchoqWhRvN</vt:lpwstr>
  </property>
  <property fmtid="{D5CDD505-2E9C-101B-9397-08002B2CF9AE}" pid="7" name="_2015_ms_pID_7253432">
    <vt:lpwstr>U7NM0BQpI5XU9nFyIts6JLQd4Lem3EG8geW6
0IubTiieegoqWmSdnQ5JIafgyFvKWQBED+y7VWlf7NpDZSqIvYo=</vt:lpwstr>
  </property>
  <property fmtid="{D5CDD505-2E9C-101B-9397-08002B2CF9AE}" pid="8" name="ContentTypeId">
    <vt:lpwstr>0x010100198F2F4BE5E3C642AAC5942B84DD9DF7</vt:lpwstr>
  </property>
  <property fmtid="{D5CDD505-2E9C-101B-9397-08002B2CF9AE}" pid="9" name="_readonly">
    <vt:lpwstr/>
  </property>
  <property fmtid="{D5CDD505-2E9C-101B-9397-08002B2CF9AE}" pid="10" name="_change">
    <vt:lpwstr/>
  </property>
  <property fmtid="{D5CDD505-2E9C-101B-9397-08002B2CF9AE}" pid="11" name="_full-control">
    <vt:lpwstr/>
  </property>
  <property fmtid="{D5CDD505-2E9C-101B-9397-08002B2CF9AE}" pid="12" name="sflag">
    <vt:lpwstr>1531796962</vt:lpwstr>
  </property>
  <property fmtid="{D5CDD505-2E9C-101B-9397-08002B2CF9AE}" pid="13" name="KSOProductBuildVer">
    <vt:lpwstr>2052-12.1.0.26895</vt:lpwstr>
  </property>
  <property fmtid="{D5CDD505-2E9C-101B-9397-08002B2CF9AE}" pid="14" name="ICV">
    <vt:lpwstr>2B01FC54E1BB4F62B6787F6A474E2D51_13</vt:lpwstr>
  </property>
</Properties>
</file>